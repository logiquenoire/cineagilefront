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99FF"/>
    <a:srgbClr val="05C9FF"/>
    <a:srgbClr val="38BF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>
        <p:scale>
          <a:sx n="33" d="100"/>
          <a:sy n="33" d="100"/>
        </p:scale>
        <p:origin x="3762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FDD73-9E3D-3598-7125-434E4C4A4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502877-5813-61CE-9BF3-C68F20A08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29BC46-2183-CCE2-3C20-25C39AA7C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A6A5-D050-40F8-8546-E30F240180E5}" type="datetimeFigureOut">
              <a:rPr lang="es-PE" smtClean="0"/>
              <a:t>11/09/2025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B1EB58-BC50-5F3A-3C56-D264989A0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C59E61-2C4D-3F9D-342C-4184E79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C7EF-3E8D-4115-B524-5B2E30DB3B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991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8107F-D713-88B8-AD8E-7D180E810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28B913-F3EE-3576-83EE-CA24C37DA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0AA127-C1C4-4A74-9B21-827D53D21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A6A5-D050-40F8-8546-E30F240180E5}" type="datetimeFigureOut">
              <a:rPr lang="es-PE" smtClean="0"/>
              <a:t>11/09/2025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2DA661-D350-9AD4-EC2A-D30A3066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9B014C-E8D2-FD4A-C777-44D0DEE2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C7EF-3E8D-4115-B524-5B2E30DB3B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7877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E9E1A-C6D0-DD42-26CF-E83DFF753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E5BE5C-414D-900B-73B7-9CF5019E9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24F854-A41D-6FDB-8C81-5679F487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A6A5-D050-40F8-8546-E30F240180E5}" type="datetimeFigureOut">
              <a:rPr lang="es-PE" smtClean="0"/>
              <a:t>11/09/2025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81FA54-D37F-2539-BD80-C7730A12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8379B8-0655-4C5A-F641-A778EABF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C7EF-3E8D-4115-B524-5B2E30DB3B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00608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68B3AB-80B9-0CB7-9F43-A7782F611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8D050F-AFA5-BC5C-40E2-AEB270978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292719-5E5C-6AD2-332C-0091509A5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5CECB2-45EC-9CDD-1A13-D1EEB678C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A6A5-D050-40F8-8546-E30F240180E5}" type="datetimeFigureOut">
              <a:rPr lang="es-PE" smtClean="0"/>
              <a:t>11/09/2025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E40D7B-54CC-9DCB-6567-5214149F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8F87D9-6C57-EDE7-5EF5-9EB9BBF7D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C7EF-3E8D-4115-B524-5B2E30DB3B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9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3405EB-B4C2-4443-7A2D-B70C5BDF2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09443C-0EB3-1B94-0AEE-37588B5F8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AA1B13-2353-3333-9217-CE6AE3FA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EF0D083-773C-93C1-C6ED-ECEBAE56E4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01A1882-2B24-DBCC-BF9F-9838539C11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D5101D-9B3B-5964-E903-19336B2C0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A6A5-D050-40F8-8546-E30F240180E5}" type="datetimeFigureOut">
              <a:rPr lang="es-PE" smtClean="0"/>
              <a:t>11/09/2025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75A940-BDE2-9AB5-9EEC-272586B53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B2B955-7F71-99DA-1173-441BD96AE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C7EF-3E8D-4115-B524-5B2E30DB3B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380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514D1-13F4-FE86-D290-B2970660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C67F9E3-85FE-752D-F587-E567C92D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A6A5-D050-40F8-8546-E30F240180E5}" type="datetimeFigureOut">
              <a:rPr lang="es-PE" smtClean="0"/>
              <a:t>11/09/2025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A7A519-055D-6931-5B7F-16886FEC8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8514BE5-C629-CDCD-B37A-488370997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C7EF-3E8D-4115-B524-5B2E30DB3B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8515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15C8DB-0B48-2BD5-9932-D30CCBB93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A6A5-D050-40F8-8546-E30F240180E5}" type="datetimeFigureOut">
              <a:rPr lang="es-PE" smtClean="0"/>
              <a:t>11/09/2025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D8B1132-AD4D-30A8-9065-806BC3B4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BA7BFB-597A-947E-281D-225F88F9A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C7EF-3E8D-4115-B524-5B2E30DB3B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5240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AD1A3-1F16-550C-6D5B-CA93D96F5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5593CF-C6E2-A1EE-B4BE-9449FDC7C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CC23F3-91D5-5316-F1BF-7710473C5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5FD454-218C-F426-E504-80111D3AB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A6A5-D050-40F8-8546-E30F240180E5}" type="datetimeFigureOut">
              <a:rPr lang="es-PE" smtClean="0"/>
              <a:t>11/09/2025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DF4A74-A453-6EC2-A6AB-D594E7DE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647BB6-F9FE-49F3-C5CE-2D7500ED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C7EF-3E8D-4115-B524-5B2E30DB3B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0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007AF-0AE2-F4B8-9DA2-DA6DACF3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2B53F43-2FAE-100C-E38B-7C000808F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8375EF-0AA6-EAF1-FE5E-A8150BCF7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4B5E4C-A594-0F78-1504-AC52D46C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A6A5-D050-40F8-8546-E30F240180E5}" type="datetimeFigureOut">
              <a:rPr lang="es-PE" smtClean="0"/>
              <a:t>11/09/2025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217DCB-C56F-7CBD-D1EF-779F42B8B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AF0F0E-AF43-4ACA-DA03-24C72F5D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C7EF-3E8D-4115-B524-5B2E30DB3B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0967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9B5E1-5FD6-E3B6-7CC4-64FCA33D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3B6D24-3028-A9DB-CDD9-520D3E06E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21B5CB-937B-EAE2-C488-4AE8583A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A6A5-D050-40F8-8546-E30F240180E5}" type="datetimeFigureOut">
              <a:rPr lang="es-PE" smtClean="0"/>
              <a:t>11/09/2025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9C7C35-32AC-46E1-534B-9C603276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FF3B6D-A05A-7546-7539-E0155DCE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C7EF-3E8D-4115-B524-5B2E30DB3B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4357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43E4B5-332F-CD77-57B2-94C81167A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48F6D9-6B75-C131-2F32-C411D4DFD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38F0BC-AA5C-3B9A-04D2-D40DA4DBE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A6A5-D050-40F8-8546-E30F240180E5}" type="datetimeFigureOut">
              <a:rPr lang="es-PE" smtClean="0"/>
              <a:t>11/09/2025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810945-ECD1-68A2-ECCC-12413701E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24E99E-97A2-3D61-1413-E603A48C7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C7EF-3E8D-4115-B524-5B2E30DB3B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650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0FCD073-393B-45B6-D5CE-FC4D6D419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66F379-6A58-49F5-714F-D6AB43AC8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D737C8-79EF-72FA-837E-09C897CD65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FA6A5-D050-40F8-8546-E30F240180E5}" type="datetimeFigureOut">
              <a:rPr lang="es-PE" smtClean="0"/>
              <a:t>11/09/2025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C8DA55-5837-C994-DEA5-4303E38F9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05AF4C-3635-B7F4-072B-078458692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5C7EF-3E8D-4115-B524-5B2E30DB3B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8377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B2B014CE-E32E-400E-13AD-E44B83ED1693}"/>
              </a:ext>
            </a:extLst>
          </p:cNvPr>
          <p:cNvSpPr/>
          <p:nvPr/>
        </p:nvSpPr>
        <p:spPr>
          <a:xfrm>
            <a:off x="-12222000" y="4126391"/>
            <a:ext cx="24444000" cy="1731656"/>
          </a:xfrm>
          <a:custGeom>
            <a:avLst/>
            <a:gdLst>
              <a:gd name="connsiteX0" fmla="*/ 995038 w 14124030"/>
              <a:gd name="connsiteY0" fmla="*/ 256195 h 1970374"/>
              <a:gd name="connsiteX1" fmla="*/ 995038 w 14124030"/>
              <a:gd name="connsiteY1" fmla="*/ 1795435 h 1970374"/>
              <a:gd name="connsiteX2" fmla="*/ 13171798 w 14124030"/>
              <a:gd name="connsiteY2" fmla="*/ 1764955 h 1970374"/>
              <a:gd name="connsiteX3" fmla="*/ 13164178 w 14124030"/>
              <a:gd name="connsiteY3" fmla="*/ 271435 h 1970374"/>
              <a:gd name="connsiteX4" fmla="*/ 11800198 w 14124030"/>
              <a:gd name="connsiteY4" fmla="*/ 19975 h 1970374"/>
              <a:gd name="connsiteX5" fmla="*/ 9300838 w 14124030"/>
              <a:gd name="connsiteY5" fmla="*/ 530515 h 1970374"/>
              <a:gd name="connsiteX6" fmla="*/ 7091038 w 14124030"/>
              <a:gd name="connsiteY6" fmla="*/ 271435 h 1970374"/>
              <a:gd name="connsiteX7" fmla="*/ 5795638 w 14124030"/>
              <a:gd name="connsiteY7" fmla="*/ 19975 h 1970374"/>
              <a:gd name="connsiteX8" fmla="*/ 3334378 w 14124030"/>
              <a:gd name="connsiteY8" fmla="*/ 515275 h 1970374"/>
              <a:gd name="connsiteX9" fmla="*/ 995038 w 14124030"/>
              <a:gd name="connsiteY9" fmla="*/ 256195 h 1970374"/>
              <a:gd name="connsiteX0" fmla="*/ 995038 w 14124030"/>
              <a:gd name="connsiteY0" fmla="*/ 256195 h 1970374"/>
              <a:gd name="connsiteX1" fmla="*/ 995038 w 14124030"/>
              <a:gd name="connsiteY1" fmla="*/ 1795435 h 1970374"/>
              <a:gd name="connsiteX2" fmla="*/ 13171798 w 14124030"/>
              <a:gd name="connsiteY2" fmla="*/ 1764955 h 1970374"/>
              <a:gd name="connsiteX3" fmla="*/ 13164178 w 14124030"/>
              <a:gd name="connsiteY3" fmla="*/ 271435 h 1970374"/>
              <a:gd name="connsiteX4" fmla="*/ 11800198 w 14124030"/>
              <a:gd name="connsiteY4" fmla="*/ 19975 h 1970374"/>
              <a:gd name="connsiteX5" fmla="*/ 9300838 w 14124030"/>
              <a:gd name="connsiteY5" fmla="*/ 530515 h 1970374"/>
              <a:gd name="connsiteX6" fmla="*/ 7091038 w 14124030"/>
              <a:gd name="connsiteY6" fmla="*/ 271435 h 1970374"/>
              <a:gd name="connsiteX7" fmla="*/ 5795638 w 14124030"/>
              <a:gd name="connsiteY7" fmla="*/ 19975 h 1970374"/>
              <a:gd name="connsiteX8" fmla="*/ 3334378 w 14124030"/>
              <a:gd name="connsiteY8" fmla="*/ 515275 h 1970374"/>
              <a:gd name="connsiteX9" fmla="*/ 995038 w 14124030"/>
              <a:gd name="connsiteY9" fmla="*/ 256195 h 1970374"/>
              <a:gd name="connsiteX0" fmla="*/ 1001879 w 14130871"/>
              <a:gd name="connsiteY0" fmla="*/ 256195 h 1884434"/>
              <a:gd name="connsiteX1" fmla="*/ 1001879 w 14130871"/>
              <a:gd name="connsiteY1" fmla="*/ 1795435 h 1884434"/>
              <a:gd name="connsiteX2" fmla="*/ 13178639 w 14130871"/>
              <a:gd name="connsiteY2" fmla="*/ 1764955 h 1884434"/>
              <a:gd name="connsiteX3" fmla="*/ 13171019 w 14130871"/>
              <a:gd name="connsiteY3" fmla="*/ 271435 h 1884434"/>
              <a:gd name="connsiteX4" fmla="*/ 11807039 w 14130871"/>
              <a:gd name="connsiteY4" fmla="*/ 19975 h 1884434"/>
              <a:gd name="connsiteX5" fmla="*/ 9307679 w 14130871"/>
              <a:gd name="connsiteY5" fmla="*/ 530515 h 1884434"/>
              <a:gd name="connsiteX6" fmla="*/ 7097879 w 14130871"/>
              <a:gd name="connsiteY6" fmla="*/ 271435 h 1884434"/>
              <a:gd name="connsiteX7" fmla="*/ 5802479 w 14130871"/>
              <a:gd name="connsiteY7" fmla="*/ 19975 h 1884434"/>
              <a:gd name="connsiteX8" fmla="*/ 3341219 w 14130871"/>
              <a:gd name="connsiteY8" fmla="*/ 515275 h 1884434"/>
              <a:gd name="connsiteX9" fmla="*/ 1001879 w 14130871"/>
              <a:gd name="connsiteY9" fmla="*/ 256195 h 1884434"/>
              <a:gd name="connsiteX0" fmla="*/ 1001879 w 14130871"/>
              <a:gd name="connsiteY0" fmla="*/ 256195 h 1884434"/>
              <a:gd name="connsiteX1" fmla="*/ 1001879 w 14130871"/>
              <a:gd name="connsiteY1" fmla="*/ 1795435 h 1884434"/>
              <a:gd name="connsiteX2" fmla="*/ 13178639 w 14130871"/>
              <a:gd name="connsiteY2" fmla="*/ 1764955 h 1884434"/>
              <a:gd name="connsiteX3" fmla="*/ 13171019 w 14130871"/>
              <a:gd name="connsiteY3" fmla="*/ 271435 h 1884434"/>
              <a:gd name="connsiteX4" fmla="*/ 11807039 w 14130871"/>
              <a:gd name="connsiteY4" fmla="*/ 19975 h 1884434"/>
              <a:gd name="connsiteX5" fmla="*/ 9307679 w 14130871"/>
              <a:gd name="connsiteY5" fmla="*/ 530515 h 1884434"/>
              <a:gd name="connsiteX6" fmla="*/ 7097879 w 14130871"/>
              <a:gd name="connsiteY6" fmla="*/ 271435 h 1884434"/>
              <a:gd name="connsiteX7" fmla="*/ 5802479 w 14130871"/>
              <a:gd name="connsiteY7" fmla="*/ 19975 h 1884434"/>
              <a:gd name="connsiteX8" fmla="*/ 3341219 w 14130871"/>
              <a:gd name="connsiteY8" fmla="*/ 515275 h 1884434"/>
              <a:gd name="connsiteX9" fmla="*/ 1001879 w 14130871"/>
              <a:gd name="connsiteY9" fmla="*/ 256195 h 1884434"/>
              <a:gd name="connsiteX0" fmla="*/ 177365 w 13306357"/>
              <a:gd name="connsiteY0" fmla="*/ 256195 h 1884434"/>
              <a:gd name="connsiteX1" fmla="*/ 177365 w 13306357"/>
              <a:gd name="connsiteY1" fmla="*/ 1795435 h 1884434"/>
              <a:gd name="connsiteX2" fmla="*/ 12354125 w 13306357"/>
              <a:gd name="connsiteY2" fmla="*/ 1764955 h 1884434"/>
              <a:gd name="connsiteX3" fmla="*/ 12346505 w 13306357"/>
              <a:gd name="connsiteY3" fmla="*/ 271435 h 1884434"/>
              <a:gd name="connsiteX4" fmla="*/ 10982525 w 13306357"/>
              <a:gd name="connsiteY4" fmla="*/ 19975 h 1884434"/>
              <a:gd name="connsiteX5" fmla="*/ 8483165 w 13306357"/>
              <a:gd name="connsiteY5" fmla="*/ 530515 h 1884434"/>
              <a:gd name="connsiteX6" fmla="*/ 6273365 w 13306357"/>
              <a:gd name="connsiteY6" fmla="*/ 271435 h 1884434"/>
              <a:gd name="connsiteX7" fmla="*/ 4977965 w 13306357"/>
              <a:gd name="connsiteY7" fmla="*/ 19975 h 1884434"/>
              <a:gd name="connsiteX8" fmla="*/ 2516705 w 13306357"/>
              <a:gd name="connsiteY8" fmla="*/ 515275 h 1884434"/>
              <a:gd name="connsiteX9" fmla="*/ 177365 w 13306357"/>
              <a:gd name="connsiteY9" fmla="*/ 256195 h 1884434"/>
              <a:gd name="connsiteX0" fmla="*/ 177365 w 13306357"/>
              <a:gd name="connsiteY0" fmla="*/ 256195 h 1884434"/>
              <a:gd name="connsiteX1" fmla="*/ 177365 w 13306357"/>
              <a:gd name="connsiteY1" fmla="*/ 1795435 h 1884434"/>
              <a:gd name="connsiteX2" fmla="*/ 12354125 w 13306357"/>
              <a:gd name="connsiteY2" fmla="*/ 1764955 h 1884434"/>
              <a:gd name="connsiteX3" fmla="*/ 12346505 w 13306357"/>
              <a:gd name="connsiteY3" fmla="*/ 271435 h 1884434"/>
              <a:gd name="connsiteX4" fmla="*/ 10982525 w 13306357"/>
              <a:gd name="connsiteY4" fmla="*/ 19975 h 1884434"/>
              <a:gd name="connsiteX5" fmla="*/ 8483165 w 13306357"/>
              <a:gd name="connsiteY5" fmla="*/ 530515 h 1884434"/>
              <a:gd name="connsiteX6" fmla="*/ 6273365 w 13306357"/>
              <a:gd name="connsiteY6" fmla="*/ 271435 h 1884434"/>
              <a:gd name="connsiteX7" fmla="*/ 4977965 w 13306357"/>
              <a:gd name="connsiteY7" fmla="*/ 19975 h 1884434"/>
              <a:gd name="connsiteX8" fmla="*/ 2516705 w 13306357"/>
              <a:gd name="connsiteY8" fmla="*/ 515275 h 1884434"/>
              <a:gd name="connsiteX9" fmla="*/ 177365 w 13306357"/>
              <a:gd name="connsiteY9" fmla="*/ 256195 h 1884434"/>
              <a:gd name="connsiteX0" fmla="*/ 6783 w 13135775"/>
              <a:gd name="connsiteY0" fmla="*/ 256195 h 1884434"/>
              <a:gd name="connsiteX1" fmla="*/ 6783 w 13135775"/>
              <a:gd name="connsiteY1" fmla="*/ 1795435 h 1884434"/>
              <a:gd name="connsiteX2" fmla="*/ 12183543 w 13135775"/>
              <a:gd name="connsiteY2" fmla="*/ 1764955 h 1884434"/>
              <a:gd name="connsiteX3" fmla="*/ 12175923 w 13135775"/>
              <a:gd name="connsiteY3" fmla="*/ 271435 h 1884434"/>
              <a:gd name="connsiteX4" fmla="*/ 10811943 w 13135775"/>
              <a:gd name="connsiteY4" fmla="*/ 19975 h 1884434"/>
              <a:gd name="connsiteX5" fmla="*/ 8312583 w 13135775"/>
              <a:gd name="connsiteY5" fmla="*/ 530515 h 1884434"/>
              <a:gd name="connsiteX6" fmla="*/ 6102783 w 13135775"/>
              <a:gd name="connsiteY6" fmla="*/ 271435 h 1884434"/>
              <a:gd name="connsiteX7" fmla="*/ 4807383 w 13135775"/>
              <a:gd name="connsiteY7" fmla="*/ 19975 h 1884434"/>
              <a:gd name="connsiteX8" fmla="*/ 2346123 w 13135775"/>
              <a:gd name="connsiteY8" fmla="*/ 515275 h 1884434"/>
              <a:gd name="connsiteX9" fmla="*/ 6783 w 13135775"/>
              <a:gd name="connsiteY9" fmla="*/ 256195 h 1884434"/>
              <a:gd name="connsiteX0" fmla="*/ 6783 w 13135775"/>
              <a:gd name="connsiteY0" fmla="*/ 256195 h 1884434"/>
              <a:gd name="connsiteX1" fmla="*/ 6783 w 13135775"/>
              <a:gd name="connsiteY1" fmla="*/ 1795435 h 1884434"/>
              <a:gd name="connsiteX2" fmla="*/ 12183543 w 13135775"/>
              <a:gd name="connsiteY2" fmla="*/ 1764955 h 1884434"/>
              <a:gd name="connsiteX3" fmla="*/ 12175923 w 13135775"/>
              <a:gd name="connsiteY3" fmla="*/ 271435 h 1884434"/>
              <a:gd name="connsiteX4" fmla="*/ 10811943 w 13135775"/>
              <a:gd name="connsiteY4" fmla="*/ 19975 h 1884434"/>
              <a:gd name="connsiteX5" fmla="*/ 8312583 w 13135775"/>
              <a:gd name="connsiteY5" fmla="*/ 530515 h 1884434"/>
              <a:gd name="connsiteX6" fmla="*/ 6102783 w 13135775"/>
              <a:gd name="connsiteY6" fmla="*/ 271435 h 1884434"/>
              <a:gd name="connsiteX7" fmla="*/ 4807383 w 13135775"/>
              <a:gd name="connsiteY7" fmla="*/ 19975 h 1884434"/>
              <a:gd name="connsiteX8" fmla="*/ 2346123 w 13135775"/>
              <a:gd name="connsiteY8" fmla="*/ 515275 h 1884434"/>
              <a:gd name="connsiteX9" fmla="*/ 6783 w 13135775"/>
              <a:gd name="connsiteY9" fmla="*/ 256195 h 1884434"/>
              <a:gd name="connsiteX0" fmla="*/ 6783 w 13135775"/>
              <a:gd name="connsiteY0" fmla="*/ 256195 h 1884434"/>
              <a:gd name="connsiteX1" fmla="*/ 6783 w 13135775"/>
              <a:gd name="connsiteY1" fmla="*/ 1795435 h 1884434"/>
              <a:gd name="connsiteX2" fmla="*/ 12183543 w 13135775"/>
              <a:gd name="connsiteY2" fmla="*/ 1764955 h 1884434"/>
              <a:gd name="connsiteX3" fmla="*/ 12175923 w 13135775"/>
              <a:gd name="connsiteY3" fmla="*/ 271435 h 1884434"/>
              <a:gd name="connsiteX4" fmla="*/ 10811943 w 13135775"/>
              <a:gd name="connsiteY4" fmla="*/ 19975 h 1884434"/>
              <a:gd name="connsiteX5" fmla="*/ 8312583 w 13135775"/>
              <a:gd name="connsiteY5" fmla="*/ 530515 h 1884434"/>
              <a:gd name="connsiteX6" fmla="*/ 6102783 w 13135775"/>
              <a:gd name="connsiteY6" fmla="*/ 271435 h 1884434"/>
              <a:gd name="connsiteX7" fmla="*/ 4807383 w 13135775"/>
              <a:gd name="connsiteY7" fmla="*/ 19975 h 1884434"/>
              <a:gd name="connsiteX8" fmla="*/ 2346123 w 13135775"/>
              <a:gd name="connsiteY8" fmla="*/ 515275 h 1884434"/>
              <a:gd name="connsiteX9" fmla="*/ 6783 w 13135775"/>
              <a:gd name="connsiteY9" fmla="*/ 256195 h 1884434"/>
              <a:gd name="connsiteX0" fmla="*/ 6783 w 12411921"/>
              <a:gd name="connsiteY0" fmla="*/ 260239 h 1995630"/>
              <a:gd name="connsiteX1" fmla="*/ 6783 w 12411921"/>
              <a:gd name="connsiteY1" fmla="*/ 1799479 h 1995630"/>
              <a:gd name="connsiteX2" fmla="*/ 5874183 w 12411921"/>
              <a:gd name="connsiteY2" fmla="*/ 1906159 h 1995630"/>
              <a:gd name="connsiteX3" fmla="*/ 12175923 w 12411921"/>
              <a:gd name="connsiteY3" fmla="*/ 275479 h 1995630"/>
              <a:gd name="connsiteX4" fmla="*/ 10811943 w 12411921"/>
              <a:gd name="connsiteY4" fmla="*/ 24019 h 1995630"/>
              <a:gd name="connsiteX5" fmla="*/ 8312583 w 12411921"/>
              <a:gd name="connsiteY5" fmla="*/ 534559 h 1995630"/>
              <a:gd name="connsiteX6" fmla="*/ 6102783 w 12411921"/>
              <a:gd name="connsiteY6" fmla="*/ 275479 h 1995630"/>
              <a:gd name="connsiteX7" fmla="*/ 4807383 w 12411921"/>
              <a:gd name="connsiteY7" fmla="*/ 24019 h 1995630"/>
              <a:gd name="connsiteX8" fmla="*/ 2346123 w 12411921"/>
              <a:gd name="connsiteY8" fmla="*/ 519319 h 1995630"/>
              <a:gd name="connsiteX9" fmla="*/ 6783 w 12411921"/>
              <a:gd name="connsiteY9" fmla="*/ 260239 h 1995630"/>
              <a:gd name="connsiteX0" fmla="*/ 6783 w 12397280"/>
              <a:gd name="connsiteY0" fmla="*/ 257463 h 1919433"/>
              <a:gd name="connsiteX1" fmla="*/ 6783 w 12397280"/>
              <a:gd name="connsiteY1" fmla="*/ 1796703 h 1919433"/>
              <a:gd name="connsiteX2" fmla="*/ 6102783 w 12397280"/>
              <a:gd name="connsiteY2" fmla="*/ 1811943 h 1919433"/>
              <a:gd name="connsiteX3" fmla="*/ 12175923 w 12397280"/>
              <a:gd name="connsiteY3" fmla="*/ 272703 h 1919433"/>
              <a:gd name="connsiteX4" fmla="*/ 10811943 w 12397280"/>
              <a:gd name="connsiteY4" fmla="*/ 21243 h 1919433"/>
              <a:gd name="connsiteX5" fmla="*/ 8312583 w 12397280"/>
              <a:gd name="connsiteY5" fmla="*/ 531783 h 1919433"/>
              <a:gd name="connsiteX6" fmla="*/ 6102783 w 12397280"/>
              <a:gd name="connsiteY6" fmla="*/ 272703 h 1919433"/>
              <a:gd name="connsiteX7" fmla="*/ 4807383 w 12397280"/>
              <a:gd name="connsiteY7" fmla="*/ 21243 h 1919433"/>
              <a:gd name="connsiteX8" fmla="*/ 2346123 w 12397280"/>
              <a:gd name="connsiteY8" fmla="*/ 516543 h 1919433"/>
              <a:gd name="connsiteX9" fmla="*/ 6783 w 12397280"/>
              <a:gd name="connsiteY9" fmla="*/ 257463 h 1919433"/>
              <a:gd name="connsiteX0" fmla="*/ 6783 w 12397280"/>
              <a:gd name="connsiteY0" fmla="*/ 257463 h 1919433"/>
              <a:gd name="connsiteX1" fmla="*/ 6783 w 12397280"/>
              <a:gd name="connsiteY1" fmla="*/ 1796703 h 1919433"/>
              <a:gd name="connsiteX2" fmla="*/ 6102783 w 12397280"/>
              <a:gd name="connsiteY2" fmla="*/ 1811943 h 1919433"/>
              <a:gd name="connsiteX3" fmla="*/ 12175923 w 12397280"/>
              <a:gd name="connsiteY3" fmla="*/ 272703 h 1919433"/>
              <a:gd name="connsiteX4" fmla="*/ 10811943 w 12397280"/>
              <a:gd name="connsiteY4" fmla="*/ 21243 h 1919433"/>
              <a:gd name="connsiteX5" fmla="*/ 8312583 w 12397280"/>
              <a:gd name="connsiteY5" fmla="*/ 531783 h 1919433"/>
              <a:gd name="connsiteX6" fmla="*/ 6102783 w 12397280"/>
              <a:gd name="connsiteY6" fmla="*/ 272703 h 1919433"/>
              <a:gd name="connsiteX7" fmla="*/ 4807383 w 12397280"/>
              <a:gd name="connsiteY7" fmla="*/ 21243 h 1919433"/>
              <a:gd name="connsiteX8" fmla="*/ 2346123 w 12397280"/>
              <a:gd name="connsiteY8" fmla="*/ 516543 h 1919433"/>
              <a:gd name="connsiteX9" fmla="*/ 6783 w 12397280"/>
              <a:gd name="connsiteY9" fmla="*/ 257463 h 1919433"/>
              <a:gd name="connsiteX0" fmla="*/ 6783 w 12397280"/>
              <a:gd name="connsiteY0" fmla="*/ 257463 h 1811943"/>
              <a:gd name="connsiteX1" fmla="*/ 6783 w 12397280"/>
              <a:gd name="connsiteY1" fmla="*/ 1796703 h 1811943"/>
              <a:gd name="connsiteX2" fmla="*/ 6102783 w 12397280"/>
              <a:gd name="connsiteY2" fmla="*/ 1811943 h 1811943"/>
              <a:gd name="connsiteX3" fmla="*/ 12175923 w 12397280"/>
              <a:gd name="connsiteY3" fmla="*/ 272703 h 1811943"/>
              <a:gd name="connsiteX4" fmla="*/ 10811943 w 12397280"/>
              <a:gd name="connsiteY4" fmla="*/ 21243 h 1811943"/>
              <a:gd name="connsiteX5" fmla="*/ 8312583 w 12397280"/>
              <a:gd name="connsiteY5" fmla="*/ 531783 h 1811943"/>
              <a:gd name="connsiteX6" fmla="*/ 6102783 w 12397280"/>
              <a:gd name="connsiteY6" fmla="*/ 272703 h 1811943"/>
              <a:gd name="connsiteX7" fmla="*/ 4807383 w 12397280"/>
              <a:gd name="connsiteY7" fmla="*/ 21243 h 1811943"/>
              <a:gd name="connsiteX8" fmla="*/ 2346123 w 12397280"/>
              <a:gd name="connsiteY8" fmla="*/ 516543 h 1811943"/>
              <a:gd name="connsiteX9" fmla="*/ 6783 w 12397280"/>
              <a:gd name="connsiteY9" fmla="*/ 257463 h 1811943"/>
              <a:gd name="connsiteX0" fmla="*/ 6783 w 12396308"/>
              <a:gd name="connsiteY0" fmla="*/ 254262 h 1793502"/>
              <a:gd name="connsiteX1" fmla="*/ 6783 w 12396308"/>
              <a:gd name="connsiteY1" fmla="*/ 1793502 h 1793502"/>
              <a:gd name="connsiteX2" fmla="*/ 6118023 w 12396308"/>
              <a:gd name="connsiteY2" fmla="*/ 1686822 h 1793502"/>
              <a:gd name="connsiteX3" fmla="*/ 12175923 w 12396308"/>
              <a:gd name="connsiteY3" fmla="*/ 269502 h 1793502"/>
              <a:gd name="connsiteX4" fmla="*/ 10811943 w 12396308"/>
              <a:gd name="connsiteY4" fmla="*/ 18042 h 1793502"/>
              <a:gd name="connsiteX5" fmla="*/ 8312583 w 12396308"/>
              <a:gd name="connsiteY5" fmla="*/ 528582 h 1793502"/>
              <a:gd name="connsiteX6" fmla="*/ 6102783 w 12396308"/>
              <a:gd name="connsiteY6" fmla="*/ 269502 h 1793502"/>
              <a:gd name="connsiteX7" fmla="*/ 4807383 w 12396308"/>
              <a:gd name="connsiteY7" fmla="*/ 18042 h 1793502"/>
              <a:gd name="connsiteX8" fmla="*/ 2346123 w 12396308"/>
              <a:gd name="connsiteY8" fmla="*/ 513342 h 1793502"/>
              <a:gd name="connsiteX9" fmla="*/ 6783 w 12396308"/>
              <a:gd name="connsiteY9" fmla="*/ 254262 h 1793502"/>
              <a:gd name="connsiteX0" fmla="*/ 6783 w 12397280"/>
              <a:gd name="connsiteY0" fmla="*/ 255991 h 1795231"/>
              <a:gd name="connsiteX1" fmla="*/ 6783 w 12397280"/>
              <a:gd name="connsiteY1" fmla="*/ 1795231 h 1795231"/>
              <a:gd name="connsiteX2" fmla="*/ 6102783 w 12397280"/>
              <a:gd name="connsiteY2" fmla="*/ 1757131 h 1795231"/>
              <a:gd name="connsiteX3" fmla="*/ 12175923 w 12397280"/>
              <a:gd name="connsiteY3" fmla="*/ 271231 h 1795231"/>
              <a:gd name="connsiteX4" fmla="*/ 10811943 w 12397280"/>
              <a:gd name="connsiteY4" fmla="*/ 19771 h 1795231"/>
              <a:gd name="connsiteX5" fmla="*/ 8312583 w 12397280"/>
              <a:gd name="connsiteY5" fmla="*/ 530311 h 1795231"/>
              <a:gd name="connsiteX6" fmla="*/ 6102783 w 12397280"/>
              <a:gd name="connsiteY6" fmla="*/ 271231 h 1795231"/>
              <a:gd name="connsiteX7" fmla="*/ 4807383 w 12397280"/>
              <a:gd name="connsiteY7" fmla="*/ 19771 h 1795231"/>
              <a:gd name="connsiteX8" fmla="*/ 2346123 w 12397280"/>
              <a:gd name="connsiteY8" fmla="*/ 515071 h 1795231"/>
              <a:gd name="connsiteX9" fmla="*/ 6783 w 12397280"/>
              <a:gd name="connsiteY9" fmla="*/ 255991 h 1795231"/>
              <a:gd name="connsiteX0" fmla="*/ 6783 w 12397280"/>
              <a:gd name="connsiteY0" fmla="*/ 255991 h 1757131"/>
              <a:gd name="connsiteX1" fmla="*/ 6783 w 12397280"/>
              <a:gd name="connsiteY1" fmla="*/ 1726651 h 1757131"/>
              <a:gd name="connsiteX2" fmla="*/ 6102783 w 12397280"/>
              <a:gd name="connsiteY2" fmla="*/ 1757131 h 1757131"/>
              <a:gd name="connsiteX3" fmla="*/ 12175923 w 12397280"/>
              <a:gd name="connsiteY3" fmla="*/ 271231 h 1757131"/>
              <a:gd name="connsiteX4" fmla="*/ 10811943 w 12397280"/>
              <a:gd name="connsiteY4" fmla="*/ 19771 h 1757131"/>
              <a:gd name="connsiteX5" fmla="*/ 8312583 w 12397280"/>
              <a:gd name="connsiteY5" fmla="*/ 530311 h 1757131"/>
              <a:gd name="connsiteX6" fmla="*/ 6102783 w 12397280"/>
              <a:gd name="connsiteY6" fmla="*/ 271231 h 1757131"/>
              <a:gd name="connsiteX7" fmla="*/ 4807383 w 12397280"/>
              <a:gd name="connsiteY7" fmla="*/ 19771 h 1757131"/>
              <a:gd name="connsiteX8" fmla="*/ 2346123 w 12397280"/>
              <a:gd name="connsiteY8" fmla="*/ 515071 h 1757131"/>
              <a:gd name="connsiteX9" fmla="*/ 6783 w 12397280"/>
              <a:gd name="connsiteY9" fmla="*/ 255991 h 1757131"/>
              <a:gd name="connsiteX0" fmla="*/ 6783 w 12397280"/>
              <a:gd name="connsiteY0" fmla="*/ 255991 h 1757131"/>
              <a:gd name="connsiteX1" fmla="*/ 6783 w 12397280"/>
              <a:gd name="connsiteY1" fmla="*/ 1749511 h 1757131"/>
              <a:gd name="connsiteX2" fmla="*/ 6102783 w 12397280"/>
              <a:gd name="connsiteY2" fmla="*/ 1757131 h 1757131"/>
              <a:gd name="connsiteX3" fmla="*/ 12175923 w 12397280"/>
              <a:gd name="connsiteY3" fmla="*/ 271231 h 1757131"/>
              <a:gd name="connsiteX4" fmla="*/ 10811943 w 12397280"/>
              <a:gd name="connsiteY4" fmla="*/ 19771 h 1757131"/>
              <a:gd name="connsiteX5" fmla="*/ 8312583 w 12397280"/>
              <a:gd name="connsiteY5" fmla="*/ 530311 h 1757131"/>
              <a:gd name="connsiteX6" fmla="*/ 6102783 w 12397280"/>
              <a:gd name="connsiteY6" fmla="*/ 271231 h 1757131"/>
              <a:gd name="connsiteX7" fmla="*/ 4807383 w 12397280"/>
              <a:gd name="connsiteY7" fmla="*/ 19771 h 1757131"/>
              <a:gd name="connsiteX8" fmla="*/ 2346123 w 12397280"/>
              <a:gd name="connsiteY8" fmla="*/ 515071 h 1757131"/>
              <a:gd name="connsiteX9" fmla="*/ 6783 w 12397280"/>
              <a:gd name="connsiteY9" fmla="*/ 255991 h 1757131"/>
              <a:gd name="connsiteX0" fmla="*/ 0 w 12390497"/>
              <a:gd name="connsiteY0" fmla="*/ 255991 h 1757131"/>
              <a:gd name="connsiteX1" fmla="*/ 15240 w 12390497"/>
              <a:gd name="connsiteY1" fmla="*/ 1757131 h 1757131"/>
              <a:gd name="connsiteX2" fmla="*/ 6096000 w 12390497"/>
              <a:gd name="connsiteY2" fmla="*/ 1757131 h 1757131"/>
              <a:gd name="connsiteX3" fmla="*/ 12169140 w 12390497"/>
              <a:gd name="connsiteY3" fmla="*/ 271231 h 1757131"/>
              <a:gd name="connsiteX4" fmla="*/ 10805160 w 12390497"/>
              <a:gd name="connsiteY4" fmla="*/ 19771 h 1757131"/>
              <a:gd name="connsiteX5" fmla="*/ 8305800 w 12390497"/>
              <a:gd name="connsiteY5" fmla="*/ 530311 h 1757131"/>
              <a:gd name="connsiteX6" fmla="*/ 6096000 w 12390497"/>
              <a:gd name="connsiteY6" fmla="*/ 271231 h 1757131"/>
              <a:gd name="connsiteX7" fmla="*/ 4800600 w 12390497"/>
              <a:gd name="connsiteY7" fmla="*/ 19771 h 1757131"/>
              <a:gd name="connsiteX8" fmla="*/ 2339340 w 12390497"/>
              <a:gd name="connsiteY8" fmla="*/ 515071 h 1757131"/>
              <a:gd name="connsiteX9" fmla="*/ 0 w 12390497"/>
              <a:gd name="connsiteY9" fmla="*/ 255991 h 1757131"/>
              <a:gd name="connsiteX0" fmla="*/ 1046 w 12391543"/>
              <a:gd name="connsiteY0" fmla="*/ 255991 h 1757131"/>
              <a:gd name="connsiteX1" fmla="*/ 8666 w 12391543"/>
              <a:gd name="connsiteY1" fmla="*/ 1757131 h 1757131"/>
              <a:gd name="connsiteX2" fmla="*/ 6097046 w 12391543"/>
              <a:gd name="connsiteY2" fmla="*/ 1757131 h 1757131"/>
              <a:gd name="connsiteX3" fmla="*/ 12170186 w 12391543"/>
              <a:gd name="connsiteY3" fmla="*/ 271231 h 1757131"/>
              <a:gd name="connsiteX4" fmla="*/ 10806206 w 12391543"/>
              <a:gd name="connsiteY4" fmla="*/ 19771 h 1757131"/>
              <a:gd name="connsiteX5" fmla="*/ 8306846 w 12391543"/>
              <a:gd name="connsiteY5" fmla="*/ 530311 h 1757131"/>
              <a:gd name="connsiteX6" fmla="*/ 6097046 w 12391543"/>
              <a:gd name="connsiteY6" fmla="*/ 271231 h 1757131"/>
              <a:gd name="connsiteX7" fmla="*/ 4801646 w 12391543"/>
              <a:gd name="connsiteY7" fmla="*/ 19771 h 1757131"/>
              <a:gd name="connsiteX8" fmla="*/ 2340386 w 12391543"/>
              <a:gd name="connsiteY8" fmla="*/ 515071 h 1757131"/>
              <a:gd name="connsiteX9" fmla="*/ 1046 w 12391543"/>
              <a:gd name="connsiteY9" fmla="*/ 255991 h 1757131"/>
              <a:gd name="connsiteX0" fmla="*/ 13204 w 12403701"/>
              <a:gd name="connsiteY0" fmla="*/ 255991 h 1757131"/>
              <a:gd name="connsiteX1" fmla="*/ 5584 w 12403701"/>
              <a:gd name="connsiteY1" fmla="*/ 1749511 h 1757131"/>
              <a:gd name="connsiteX2" fmla="*/ 6109204 w 12403701"/>
              <a:gd name="connsiteY2" fmla="*/ 1757131 h 1757131"/>
              <a:gd name="connsiteX3" fmla="*/ 12182344 w 12403701"/>
              <a:gd name="connsiteY3" fmla="*/ 271231 h 1757131"/>
              <a:gd name="connsiteX4" fmla="*/ 10818364 w 12403701"/>
              <a:gd name="connsiteY4" fmla="*/ 19771 h 1757131"/>
              <a:gd name="connsiteX5" fmla="*/ 8319004 w 12403701"/>
              <a:gd name="connsiteY5" fmla="*/ 530311 h 1757131"/>
              <a:gd name="connsiteX6" fmla="*/ 6109204 w 12403701"/>
              <a:gd name="connsiteY6" fmla="*/ 271231 h 1757131"/>
              <a:gd name="connsiteX7" fmla="*/ 4813804 w 12403701"/>
              <a:gd name="connsiteY7" fmla="*/ 19771 h 1757131"/>
              <a:gd name="connsiteX8" fmla="*/ 2352544 w 12403701"/>
              <a:gd name="connsiteY8" fmla="*/ 515071 h 1757131"/>
              <a:gd name="connsiteX9" fmla="*/ 13204 w 12403701"/>
              <a:gd name="connsiteY9" fmla="*/ 255991 h 1757131"/>
              <a:gd name="connsiteX0" fmla="*/ 14050 w 12404547"/>
              <a:gd name="connsiteY0" fmla="*/ 255991 h 1757131"/>
              <a:gd name="connsiteX1" fmla="*/ 6430 w 12404547"/>
              <a:gd name="connsiteY1" fmla="*/ 1749511 h 1757131"/>
              <a:gd name="connsiteX2" fmla="*/ 6110050 w 12404547"/>
              <a:gd name="connsiteY2" fmla="*/ 1757131 h 1757131"/>
              <a:gd name="connsiteX3" fmla="*/ 12183190 w 12404547"/>
              <a:gd name="connsiteY3" fmla="*/ 271231 h 1757131"/>
              <a:gd name="connsiteX4" fmla="*/ 10819210 w 12404547"/>
              <a:gd name="connsiteY4" fmla="*/ 19771 h 1757131"/>
              <a:gd name="connsiteX5" fmla="*/ 8319850 w 12404547"/>
              <a:gd name="connsiteY5" fmla="*/ 530311 h 1757131"/>
              <a:gd name="connsiteX6" fmla="*/ 6110050 w 12404547"/>
              <a:gd name="connsiteY6" fmla="*/ 271231 h 1757131"/>
              <a:gd name="connsiteX7" fmla="*/ 4814650 w 12404547"/>
              <a:gd name="connsiteY7" fmla="*/ 19771 h 1757131"/>
              <a:gd name="connsiteX8" fmla="*/ 2353390 w 12404547"/>
              <a:gd name="connsiteY8" fmla="*/ 515071 h 1757131"/>
              <a:gd name="connsiteX9" fmla="*/ 14050 w 1240454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49511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49511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1270 w 12391767"/>
              <a:gd name="connsiteY0" fmla="*/ 255991 h 1757131"/>
              <a:gd name="connsiteX1" fmla="*/ 0 w 12391767"/>
              <a:gd name="connsiteY1" fmla="*/ 1752686 h 1757131"/>
              <a:gd name="connsiteX2" fmla="*/ 6097270 w 12391767"/>
              <a:gd name="connsiteY2" fmla="*/ 1757131 h 1757131"/>
              <a:gd name="connsiteX3" fmla="*/ 12170410 w 12391767"/>
              <a:gd name="connsiteY3" fmla="*/ 271231 h 1757131"/>
              <a:gd name="connsiteX4" fmla="*/ 10806430 w 12391767"/>
              <a:gd name="connsiteY4" fmla="*/ 19771 h 1757131"/>
              <a:gd name="connsiteX5" fmla="*/ 8307070 w 12391767"/>
              <a:gd name="connsiteY5" fmla="*/ 530311 h 1757131"/>
              <a:gd name="connsiteX6" fmla="*/ 6097270 w 12391767"/>
              <a:gd name="connsiteY6" fmla="*/ 271231 h 1757131"/>
              <a:gd name="connsiteX7" fmla="*/ 4801870 w 12391767"/>
              <a:gd name="connsiteY7" fmla="*/ 19771 h 1757131"/>
              <a:gd name="connsiteX8" fmla="*/ 2340610 w 12391767"/>
              <a:gd name="connsiteY8" fmla="*/ 515071 h 1757131"/>
              <a:gd name="connsiteX9" fmla="*/ 1270 w 1239176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2686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2686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2686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2686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4445 w 12394942"/>
              <a:gd name="connsiteY0" fmla="*/ 255991 h 1757131"/>
              <a:gd name="connsiteX1" fmla="*/ 0 w 12394942"/>
              <a:gd name="connsiteY1" fmla="*/ 1755861 h 1757131"/>
              <a:gd name="connsiteX2" fmla="*/ 6100445 w 12394942"/>
              <a:gd name="connsiteY2" fmla="*/ 1757131 h 1757131"/>
              <a:gd name="connsiteX3" fmla="*/ 12173585 w 12394942"/>
              <a:gd name="connsiteY3" fmla="*/ 271231 h 1757131"/>
              <a:gd name="connsiteX4" fmla="*/ 10809605 w 12394942"/>
              <a:gd name="connsiteY4" fmla="*/ 19771 h 1757131"/>
              <a:gd name="connsiteX5" fmla="*/ 8310245 w 12394942"/>
              <a:gd name="connsiteY5" fmla="*/ 530311 h 1757131"/>
              <a:gd name="connsiteX6" fmla="*/ 6100445 w 12394942"/>
              <a:gd name="connsiteY6" fmla="*/ 271231 h 1757131"/>
              <a:gd name="connsiteX7" fmla="*/ 4805045 w 12394942"/>
              <a:gd name="connsiteY7" fmla="*/ 19771 h 1757131"/>
              <a:gd name="connsiteX8" fmla="*/ 2343785 w 12394942"/>
              <a:gd name="connsiteY8" fmla="*/ 515071 h 1757131"/>
              <a:gd name="connsiteX9" fmla="*/ 4445 w 12394942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5861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5861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0 w 12390497"/>
              <a:gd name="connsiteY0" fmla="*/ 255991 h 1757131"/>
              <a:gd name="connsiteX1" fmla="*/ 1905 w 12390497"/>
              <a:gd name="connsiteY1" fmla="*/ 1755861 h 1757131"/>
              <a:gd name="connsiteX2" fmla="*/ 6096000 w 12390497"/>
              <a:gd name="connsiteY2" fmla="*/ 1757131 h 1757131"/>
              <a:gd name="connsiteX3" fmla="*/ 12169140 w 12390497"/>
              <a:gd name="connsiteY3" fmla="*/ 271231 h 1757131"/>
              <a:gd name="connsiteX4" fmla="*/ 10805160 w 12390497"/>
              <a:gd name="connsiteY4" fmla="*/ 19771 h 1757131"/>
              <a:gd name="connsiteX5" fmla="*/ 8305800 w 12390497"/>
              <a:gd name="connsiteY5" fmla="*/ 530311 h 1757131"/>
              <a:gd name="connsiteX6" fmla="*/ 6096000 w 12390497"/>
              <a:gd name="connsiteY6" fmla="*/ 271231 h 1757131"/>
              <a:gd name="connsiteX7" fmla="*/ 4800600 w 12390497"/>
              <a:gd name="connsiteY7" fmla="*/ 19771 h 1757131"/>
              <a:gd name="connsiteX8" fmla="*/ 2339340 w 12390497"/>
              <a:gd name="connsiteY8" fmla="*/ 515071 h 1757131"/>
              <a:gd name="connsiteX9" fmla="*/ 0 w 12390497"/>
              <a:gd name="connsiteY9" fmla="*/ 255991 h 1757131"/>
              <a:gd name="connsiteX0" fmla="*/ 4445 w 12394942"/>
              <a:gd name="connsiteY0" fmla="*/ 255991 h 1759036"/>
              <a:gd name="connsiteX1" fmla="*/ 0 w 12394942"/>
              <a:gd name="connsiteY1" fmla="*/ 1759036 h 1759036"/>
              <a:gd name="connsiteX2" fmla="*/ 6100445 w 12394942"/>
              <a:gd name="connsiteY2" fmla="*/ 1757131 h 1759036"/>
              <a:gd name="connsiteX3" fmla="*/ 12173585 w 12394942"/>
              <a:gd name="connsiteY3" fmla="*/ 271231 h 1759036"/>
              <a:gd name="connsiteX4" fmla="*/ 10809605 w 12394942"/>
              <a:gd name="connsiteY4" fmla="*/ 19771 h 1759036"/>
              <a:gd name="connsiteX5" fmla="*/ 8310245 w 12394942"/>
              <a:gd name="connsiteY5" fmla="*/ 530311 h 1759036"/>
              <a:gd name="connsiteX6" fmla="*/ 6100445 w 12394942"/>
              <a:gd name="connsiteY6" fmla="*/ 271231 h 1759036"/>
              <a:gd name="connsiteX7" fmla="*/ 4805045 w 12394942"/>
              <a:gd name="connsiteY7" fmla="*/ 19771 h 1759036"/>
              <a:gd name="connsiteX8" fmla="*/ 2343785 w 12394942"/>
              <a:gd name="connsiteY8" fmla="*/ 515071 h 1759036"/>
              <a:gd name="connsiteX9" fmla="*/ 4445 w 12394942"/>
              <a:gd name="connsiteY9" fmla="*/ 255991 h 1759036"/>
              <a:gd name="connsiteX0" fmla="*/ 1270 w 12394942"/>
              <a:gd name="connsiteY0" fmla="*/ 259166 h 1759036"/>
              <a:gd name="connsiteX1" fmla="*/ 0 w 12394942"/>
              <a:gd name="connsiteY1" fmla="*/ 1759036 h 1759036"/>
              <a:gd name="connsiteX2" fmla="*/ 6100445 w 12394942"/>
              <a:gd name="connsiteY2" fmla="*/ 1757131 h 1759036"/>
              <a:gd name="connsiteX3" fmla="*/ 12173585 w 12394942"/>
              <a:gd name="connsiteY3" fmla="*/ 271231 h 1759036"/>
              <a:gd name="connsiteX4" fmla="*/ 10809605 w 12394942"/>
              <a:gd name="connsiteY4" fmla="*/ 19771 h 1759036"/>
              <a:gd name="connsiteX5" fmla="*/ 8310245 w 12394942"/>
              <a:gd name="connsiteY5" fmla="*/ 530311 h 1759036"/>
              <a:gd name="connsiteX6" fmla="*/ 6100445 w 12394942"/>
              <a:gd name="connsiteY6" fmla="*/ 271231 h 1759036"/>
              <a:gd name="connsiteX7" fmla="*/ 4805045 w 12394942"/>
              <a:gd name="connsiteY7" fmla="*/ 19771 h 1759036"/>
              <a:gd name="connsiteX8" fmla="*/ 2343785 w 12394942"/>
              <a:gd name="connsiteY8" fmla="*/ 515071 h 1759036"/>
              <a:gd name="connsiteX9" fmla="*/ 1270 w 12394942"/>
              <a:gd name="connsiteY9" fmla="*/ 259166 h 1759036"/>
              <a:gd name="connsiteX0" fmla="*/ 1270 w 12394942"/>
              <a:gd name="connsiteY0" fmla="*/ 259166 h 1759036"/>
              <a:gd name="connsiteX1" fmla="*/ 0 w 12394942"/>
              <a:gd name="connsiteY1" fmla="*/ 1759036 h 1759036"/>
              <a:gd name="connsiteX2" fmla="*/ 6100445 w 12394942"/>
              <a:gd name="connsiteY2" fmla="*/ 1757131 h 1759036"/>
              <a:gd name="connsiteX3" fmla="*/ 12173585 w 12394942"/>
              <a:gd name="connsiteY3" fmla="*/ 271231 h 1759036"/>
              <a:gd name="connsiteX4" fmla="*/ 10809605 w 12394942"/>
              <a:gd name="connsiteY4" fmla="*/ 19771 h 1759036"/>
              <a:gd name="connsiteX5" fmla="*/ 8310245 w 12394942"/>
              <a:gd name="connsiteY5" fmla="*/ 530311 h 1759036"/>
              <a:gd name="connsiteX6" fmla="*/ 6100445 w 12394942"/>
              <a:gd name="connsiteY6" fmla="*/ 271231 h 1759036"/>
              <a:gd name="connsiteX7" fmla="*/ 4805045 w 12394942"/>
              <a:gd name="connsiteY7" fmla="*/ 19771 h 1759036"/>
              <a:gd name="connsiteX8" fmla="*/ 2343785 w 12394942"/>
              <a:gd name="connsiteY8" fmla="*/ 515071 h 1759036"/>
              <a:gd name="connsiteX9" fmla="*/ 1270 w 12394942"/>
              <a:gd name="connsiteY9" fmla="*/ 259166 h 1759036"/>
              <a:gd name="connsiteX0" fmla="*/ 1270 w 12173585"/>
              <a:gd name="connsiteY0" fmla="*/ 258669 h 1758539"/>
              <a:gd name="connsiteX1" fmla="*/ 0 w 12173585"/>
              <a:gd name="connsiteY1" fmla="*/ 1758539 h 1758539"/>
              <a:gd name="connsiteX2" fmla="*/ 6100445 w 12173585"/>
              <a:gd name="connsiteY2" fmla="*/ 1756634 h 1758539"/>
              <a:gd name="connsiteX3" fmla="*/ 12173585 w 12173585"/>
              <a:gd name="connsiteY3" fmla="*/ 270734 h 1758539"/>
              <a:gd name="connsiteX4" fmla="*/ 10809605 w 12173585"/>
              <a:gd name="connsiteY4" fmla="*/ 19274 h 1758539"/>
              <a:gd name="connsiteX5" fmla="*/ 8310245 w 12173585"/>
              <a:gd name="connsiteY5" fmla="*/ 529814 h 1758539"/>
              <a:gd name="connsiteX6" fmla="*/ 6100445 w 12173585"/>
              <a:gd name="connsiteY6" fmla="*/ 270734 h 1758539"/>
              <a:gd name="connsiteX7" fmla="*/ 4805045 w 12173585"/>
              <a:gd name="connsiteY7" fmla="*/ 19274 h 1758539"/>
              <a:gd name="connsiteX8" fmla="*/ 2343785 w 12173585"/>
              <a:gd name="connsiteY8" fmla="*/ 514574 h 1758539"/>
              <a:gd name="connsiteX9" fmla="*/ 1270 w 12173585"/>
              <a:gd name="connsiteY9" fmla="*/ 258669 h 1758539"/>
              <a:gd name="connsiteX0" fmla="*/ 1270 w 12173585"/>
              <a:gd name="connsiteY0" fmla="*/ 244623 h 1744493"/>
              <a:gd name="connsiteX1" fmla="*/ 0 w 12173585"/>
              <a:gd name="connsiteY1" fmla="*/ 1744493 h 1744493"/>
              <a:gd name="connsiteX2" fmla="*/ 6100445 w 12173585"/>
              <a:gd name="connsiteY2" fmla="*/ 1742588 h 1744493"/>
              <a:gd name="connsiteX3" fmla="*/ 12173585 w 12173585"/>
              <a:gd name="connsiteY3" fmla="*/ 256688 h 1744493"/>
              <a:gd name="connsiteX4" fmla="*/ 10282555 w 12173585"/>
              <a:gd name="connsiteY4" fmla="*/ 186203 h 1744493"/>
              <a:gd name="connsiteX5" fmla="*/ 8310245 w 12173585"/>
              <a:gd name="connsiteY5" fmla="*/ 515768 h 1744493"/>
              <a:gd name="connsiteX6" fmla="*/ 6100445 w 12173585"/>
              <a:gd name="connsiteY6" fmla="*/ 256688 h 1744493"/>
              <a:gd name="connsiteX7" fmla="*/ 4805045 w 12173585"/>
              <a:gd name="connsiteY7" fmla="*/ 5228 h 1744493"/>
              <a:gd name="connsiteX8" fmla="*/ 2343785 w 12173585"/>
              <a:gd name="connsiteY8" fmla="*/ 500528 h 1744493"/>
              <a:gd name="connsiteX9" fmla="*/ 1270 w 12173585"/>
              <a:gd name="connsiteY9" fmla="*/ 244623 h 1744493"/>
              <a:gd name="connsiteX0" fmla="*/ 1270 w 12208510"/>
              <a:gd name="connsiteY0" fmla="*/ 244623 h 1744493"/>
              <a:gd name="connsiteX1" fmla="*/ 0 w 12208510"/>
              <a:gd name="connsiteY1" fmla="*/ 1744493 h 1744493"/>
              <a:gd name="connsiteX2" fmla="*/ 6100445 w 12208510"/>
              <a:gd name="connsiteY2" fmla="*/ 1742588 h 1744493"/>
              <a:gd name="connsiteX3" fmla="*/ 12208510 w 12208510"/>
              <a:gd name="connsiteY3" fmla="*/ 590063 h 1744493"/>
              <a:gd name="connsiteX4" fmla="*/ 10282555 w 12208510"/>
              <a:gd name="connsiteY4" fmla="*/ 186203 h 1744493"/>
              <a:gd name="connsiteX5" fmla="*/ 8310245 w 12208510"/>
              <a:gd name="connsiteY5" fmla="*/ 515768 h 1744493"/>
              <a:gd name="connsiteX6" fmla="*/ 6100445 w 12208510"/>
              <a:gd name="connsiteY6" fmla="*/ 256688 h 1744493"/>
              <a:gd name="connsiteX7" fmla="*/ 4805045 w 12208510"/>
              <a:gd name="connsiteY7" fmla="*/ 5228 h 1744493"/>
              <a:gd name="connsiteX8" fmla="*/ 2343785 w 12208510"/>
              <a:gd name="connsiteY8" fmla="*/ 500528 h 1744493"/>
              <a:gd name="connsiteX9" fmla="*/ 1270 w 12208510"/>
              <a:gd name="connsiteY9" fmla="*/ 244623 h 1744493"/>
              <a:gd name="connsiteX0" fmla="*/ 1270 w 12208510"/>
              <a:gd name="connsiteY0" fmla="*/ 244623 h 1744493"/>
              <a:gd name="connsiteX1" fmla="*/ 0 w 12208510"/>
              <a:gd name="connsiteY1" fmla="*/ 1744493 h 1744493"/>
              <a:gd name="connsiteX2" fmla="*/ 6100445 w 12208510"/>
              <a:gd name="connsiteY2" fmla="*/ 1742588 h 1744493"/>
              <a:gd name="connsiteX3" fmla="*/ 8620126 w 12208510"/>
              <a:gd name="connsiteY3" fmla="*/ 1380638 h 1744493"/>
              <a:gd name="connsiteX4" fmla="*/ 12208510 w 12208510"/>
              <a:gd name="connsiteY4" fmla="*/ 590063 h 1744493"/>
              <a:gd name="connsiteX5" fmla="*/ 10282555 w 12208510"/>
              <a:gd name="connsiteY5" fmla="*/ 186203 h 1744493"/>
              <a:gd name="connsiteX6" fmla="*/ 8310245 w 12208510"/>
              <a:gd name="connsiteY6" fmla="*/ 515768 h 1744493"/>
              <a:gd name="connsiteX7" fmla="*/ 6100445 w 12208510"/>
              <a:gd name="connsiteY7" fmla="*/ 256688 h 1744493"/>
              <a:gd name="connsiteX8" fmla="*/ 4805045 w 12208510"/>
              <a:gd name="connsiteY8" fmla="*/ 5228 h 1744493"/>
              <a:gd name="connsiteX9" fmla="*/ 2343785 w 12208510"/>
              <a:gd name="connsiteY9" fmla="*/ 500528 h 1744493"/>
              <a:gd name="connsiteX10" fmla="*/ 1270 w 12208510"/>
              <a:gd name="connsiteY10" fmla="*/ 244623 h 1744493"/>
              <a:gd name="connsiteX0" fmla="*/ 1270 w 12215637"/>
              <a:gd name="connsiteY0" fmla="*/ 244623 h 1744493"/>
              <a:gd name="connsiteX1" fmla="*/ 0 w 12215637"/>
              <a:gd name="connsiteY1" fmla="*/ 1744493 h 1744493"/>
              <a:gd name="connsiteX2" fmla="*/ 6100445 w 12215637"/>
              <a:gd name="connsiteY2" fmla="*/ 1742588 h 1744493"/>
              <a:gd name="connsiteX3" fmla="*/ 11658601 w 12215637"/>
              <a:gd name="connsiteY3" fmla="*/ 1523513 h 1744493"/>
              <a:gd name="connsiteX4" fmla="*/ 12208510 w 12215637"/>
              <a:gd name="connsiteY4" fmla="*/ 590063 h 1744493"/>
              <a:gd name="connsiteX5" fmla="*/ 10282555 w 12215637"/>
              <a:gd name="connsiteY5" fmla="*/ 186203 h 1744493"/>
              <a:gd name="connsiteX6" fmla="*/ 8310245 w 12215637"/>
              <a:gd name="connsiteY6" fmla="*/ 515768 h 1744493"/>
              <a:gd name="connsiteX7" fmla="*/ 6100445 w 12215637"/>
              <a:gd name="connsiteY7" fmla="*/ 256688 h 1744493"/>
              <a:gd name="connsiteX8" fmla="*/ 4805045 w 12215637"/>
              <a:gd name="connsiteY8" fmla="*/ 5228 h 1744493"/>
              <a:gd name="connsiteX9" fmla="*/ 2343785 w 12215637"/>
              <a:gd name="connsiteY9" fmla="*/ 500528 h 1744493"/>
              <a:gd name="connsiteX10" fmla="*/ 1270 w 12215637"/>
              <a:gd name="connsiteY10" fmla="*/ 244623 h 1744493"/>
              <a:gd name="connsiteX0" fmla="*/ 1270 w 12215637"/>
              <a:gd name="connsiteY0" fmla="*/ 244623 h 1744493"/>
              <a:gd name="connsiteX1" fmla="*/ 0 w 12215637"/>
              <a:gd name="connsiteY1" fmla="*/ 1744493 h 1744493"/>
              <a:gd name="connsiteX2" fmla="*/ 6100445 w 12215637"/>
              <a:gd name="connsiteY2" fmla="*/ 1742588 h 1744493"/>
              <a:gd name="connsiteX3" fmla="*/ 11658601 w 12215637"/>
              <a:gd name="connsiteY3" fmla="*/ 1523513 h 1744493"/>
              <a:gd name="connsiteX4" fmla="*/ 12208510 w 12215637"/>
              <a:gd name="connsiteY4" fmla="*/ 590063 h 1744493"/>
              <a:gd name="connsiteX5" fmla="*/ 10282555 w 12215637"/>
              <a:gd name="connsiteY5" fmla="*/ 186203 h 1744493"/>
              <a:gd name="connsiteX6" fmla="*/ 8310245 w 12215637"/>
              <a:gd name="connsiteY6" fmla="*/ 515768 h 1744493"/>
              <a:gd name="connsiteX7" fmla="*/ 6100445 w 12215637"/>
              <a:gd name="connsiteY7" fmla="*/ 256688 h 1744493"/>
              <a:gd name="connsiteX8" fmla="*/ 4805045 w 12215637"/>
              <a:gd name="connsiteY8" fmla="*/ 5228 h 1744493"/>
              <a:gd name="connsiteX9" fmla="*/ 2343785 w 12215637"/>
              <a:gd name="connsiteY9" fmla="*/ 500528 h 1744493"/>
              <a:gd name="connsiteX10" fmla="*/ 1270 w 12215637"/>
              <a:gd name="connsiteY10" fmla="*/ 244623 h 1744493"/>
              <a:gd name="connsiteX0" fmla="*/ 1270 w 12208510"/>
              <a:gd name="connsiteY0" fmla="*/ 244623 h 1882288"/>
              <a:gd name="connsiteX1" fmla="*/ 0 w 12208510"/>
              <a:gd name="connsiteY1" fmla="*/ 1744493 h 1882288"/>
              <a:gd name="connsiteX2" fmla="*/ 6100445 w 12208510"/>
              <a:gd name="connsiteY2" fmla="*/ 1742588 h 1882288"/>
              <a:gd name="connsiteX3" fmla="*/ 11528426 w 12208510"/>
              <a:gd name="connsiteY3" fmla="*/ 1882288 h 1882288"/>
              <a:gd name="connsiteX4" fmla="*/ 12208510 w 12208510"/>
              <a:gd name="connsiteY4" fmla="*/ 590063 h 1882288"/>
              <a:gd name="connsiteX5" fmla="*/ 10282555 w 12208510"/>
              <a:gd name="connsiteY5" fmla="*/ 186203 h 1882288"/>
              <a:gd name="connsiteX6" fmla="*/ 8310245 w 12208510"/>
              <a:gd name="connsiteY6" fmla="*/ 515768 h 1882288"/>
              <a:gd name="connsiteX7" fmla="*/ 6100445 w 12208510"/>
              <a:gd name="connsiteY7" fmla="*/ 256688 h 1882288"/>
              <a:gd name="connsiteX8" fmla="*/ 4805045 w 12208510"/>
              <a:gd name="connsiteY8" fmla="*/ 5228 h 1882288"/>
              <a:gd name="connsiteX9" fmla="*/ 2343785 w 12208510"/>
              <a:gd name="connsiteY9" fmla="*/ 500528 h 1882288"/>
              <a:gd name="connsiteX10" fmla="*/ 1270 w 12208510"/>
              <a:gd name="connsiteY10" fmla="*/ 244623 h 1882288"/>
              <a:gd name="connsiteX0" fmla="*/ 1270 w 12208510"/>
              <a:gd name="connsiteY0" fmla="*/ 244623 h 1891813"/>
              <a:gd name="connsiteX1" fmla="*/ 0 w 12208510"/>
              <a:gd name="connsiteY1" fmla="*/ 1744493 h 1891813"/>
              <a:gd name="connsiteX2" fmla="*/ 6100445 w 12208510"/>
              <a:gd name="connsiteY2" fmla="*/ 1742588 h 1891813"/>
              <a:gd name="connsiteX3" fmla="*/ 10918826 w 12208510"/>
              <a:gd name="connsiteY3" fmla="*/ 1891813 h 1891813"/>
              <a:gd name="connsiteX4" fmla="*/ 12208510 w 12208510"/>
              <a:gd name="connsiteY4" fmla="*/ 590063 h 1891813"/>
              <a:gd name="connsiteX5" fmla="*/ 10282555 w 12208510"/>
              <a:gd name="connsiteY5" fmla="*/ 186203 h 1891813"/>
              <a:gd name="connsiteX6" fmla="*/ 8310245 w 12208510"/>
              <a:gd name="connsiteY6" fmla="*/ 515768 h 1891813"/>
              <a:gd name="connsiteX7" fmla="*/ 6100445 w 12208510"/>
              <a:gd name="connsiteY7" fmla="*/ 256688 h 1891813"/>
              <a:gd name="connsiteX8" fmla="*/ 4805045 w 12208510"/>
              <a:gd name="connsiteY8" fmla="*/ 5228 h 1891813"/>
              <a:gd name="connsiteX9" fmla="*/ 2343785 w 12208510"/>
              <a:gd name="connsiteY9" fmla="*/ 500528 h 1891813"/>
              <a:gd name="connsiteX10" fmla="*/ 1270 w 12208510"/>
              <a:gd name="connsiteY10" fmla="*/ 244623 h 1891813"/>
              <a:gd name="connsiteX0" fmla="*/ 1270 w 12208510"/>
              <a:gd name="connsiteY0" fmla="*/ 244623 h 1891813"/>
              <a:gd name="connsiteX1" fmla="*/ 0 w 12208510"/>
              <a:gd name="connsiteY1" fmla="*/ 1744493 h 1891813"/>
              <a:gd name="connsiteX2" fmla="*/ 6100445 w 12208510"/>
              <a:gd name="connsiteY2" fmla="*/ 1742588 h 1891813"/>
              <a:gd name="connsiteX3" fmla="*/ 10918826 w 12208510"/>
              <a:gd name="connsiteY3" fmla="*/ 1891813 h 1891813"/>
              <a:gd name="connsiteX4" fmla="*/ 12208510 w 12208510"/>
              <a:gd name="connsiteY4" fmla="*/ 590063 h 1891813"/>
              <a:gd name="connsiteX5" fmla="*/ 10282555 w 12208510"/>
              <a:gd name="connsiteY5" fmla="*/ 186203 h 1891813"/>
              <a:gd name="connsiteX6" fmla="*/ 8310245 w 12208510"/>
              <a:gd name="connsiteY6" fmla="*/ 515768 h 1891813"/>
              <a:gd name="connsiteX7" fmla="*/ 6100445 w 12208510"/>
              <a:gd name="connsiteY7" fmla="*/ 256688 h 1891813"/>
              <a:gd name="connsiteX8" fmla="*/ 4805045 w 12208510"/>
              <a:gd name="connsiteY8" fmla="*/ 5228 h 1891813"/>
              <a:gd name="connsiteX9" fmla="*/ 2343785 w 12208510"/>
              <a:gd name="connsiteY9" fmla="*/ 500528 h 1891813"/>
              <a:gd name="connsiteX10" fmla="*/ 1270 w 12208510"/>
              <a:gd name="connsiteY10" fmla="*/ 244623 h 1891813"/>
              <a:gd name="connsiteX0" fmla="*/ 1270 w 12208510"/>
              <a:gd name="connsiteY0" fmla="*/ 244623 h 2056913"/>
              <a:gd name="connsiteX1" fmla="*/ 0 w 12208510"/>
              <a:gd name="connsiteY1" fmla="*/ 1744493 h 2056913"/>
              <a:gd name="connsiteX2" fmla="*/ 6100445 w 12208510"/>
              <a:gd name="connsiteY2" fmla="*/ 1742588 h 2056913"/>
              <a:gd name="connsiteX3" fmla="*/ 12185651 w 12208510"/>
              <a:gd name="connsiteY3" fmla="*/ 2056913 h 2056913"/>
              <a:gd name="connsiteX4" fmla="*/ 12208510 w 12208510"/>
              <a:gd name="connsiteY4" fmla="*/ 590063 h 2056913"/>
              <a:gd name="connsiteX5" fmla="*/ 10282555 w 12208510"/>
              <a:gd name="connsiteY5" fmla="*/ 186203 h 2056913"/>
              <a:gd name="connsiteX6" fmla="*/ 8310245 w 12208510"/>
              <a:gd name="connsiteY6" fmla="*/ 515768 h 2056913"/>
              <a:gd name="connsiteX7" fmla="*/ 6100445 w 12208510"/>
              <a:gd name="connsiteY7" fmla="*/ 256688 h 2056913"/>
              <a:gd name="connsiteX8" fmla="*/ 4805045 w 12208510"/>
              <a:gd name="connsiteY8" fmla="*/ 5228 h 2056913"/>
              <a:gd name="connsiteX9" fmla="*/ 2343785 w 12208510"/>
              <a:gd name="connsiteY9" fmla="*/ 500528 h 2056913"/>
              <a:gd name="connsiteX10" fmla="*/ 1270 w 12208510"/>
              <a:gd name="connsiteY10" fmla="*/ 244623 h 2056913"/>
              <a:gd name="connsiteX0" fmla="*/ 1270 w 12208510"/>
              <a:gd name="connsiteY0" fmla="*/ 244623 h 2056913"/>
              <a:gd name="connsiteX1" fmla="*/ 0 w 12208510"/>
              <a:gd name="connsiteY1" fmla="*/ 1744493 h 2056913"/>
              <a:gd name="connsiteX2" fmla="*/ 6100445 w 12208510"/>
              <a:gd name="connsiteY2" fmla="*/ 1742588 h 2056913"/>
              <a:gd name="connsiteX3" fmla="*/ 12185651 w 12208510"/>
              <a:gd name="connsiteY3" fmla="*/ 2056913 h 2056913"/>
              <a:gd name="connsiteX4" fmla="*/ 12208510 w 12208510"/>
              <a:gd name="connsiteY4" fmla="*/ 590063 h 2056913"/>
              <a:gd name="connsiteX5" fmla="*/ 10282555 w 12208510"/>
              <a:gd name="connsiteY5" fmla="*/ 186203 h 2056913"/>
              <a:gd name="connsiteX6" fmla="*/ 8310245 w 12208510"/>
              <a:gd name="connsiteY6" fmla="*/ 515768 h 2056913"/>
              <a:gd name="connsiteX7" fmla="*/ 6100445 w 12208510"/>
              <a:gd name="connsiteY7" fmla="*/ 256688 h 2056913"/>
              <a:gd name="connsiteX8" fmla="*/ 4805045 w 12208510"/>
              <a:gd name="connsiteY8" fmla="*/ 5228 h 2056913"/>
              <a:gd name="connsiteX9" fmla="*/ 2343785 w 12208510"/>
              <a:gd name="connsiteY9" fmla="*/ 500528 h 2056913"/>
              <a:gd name="connsiteX10" fmla="*/ 1270 w 122085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93238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2635"/>
              <a:gd name="connsiteY0" fmla="*/ 244623 h 2056913"/>
              <a:gd name="connsiteX1" fmla="*/ 0 w 12192635"/>
              <a:gd name="connsiteY1" fmla="*/ 1744493 h 2056913"/>
              <a:gd name="connsiteX2" fmla="*/ 6100445 w 12192635"/>
              <a:gd name="connsiteY2" fmla="*/ 1742588 h 2056913"/>
              <a:gd name="connsiteX3" fmla="*/ 12185651 w 12192635"/>
              <a:gd name="connsiteY3" fmla="*/ 2056913 h 2056913"/>
              <a:gd name="connsiteX4" fmla="*/ 12192635 w 12192635"/>
              <a:gd name="connsiteY4" fmla="*/ 580538 h 2056913"/>
              <a:gd name="connsiteX5" fmla="*/ 10282555 w 12192635"/>
              <a:gd name="connsiteY5" fmla="*/ 186203 h 2056913"/>
              <a:gd name="connsiteX6" fmla="*/ 8310245 w 12192635"/>
              <a:gd name="connsiteY6" fmla="*/ 515768 h 2056913"/>
              <a:gd name="connsiteX7" fmla="*/ 6100445 w 12192635"/>
              <a:gd name="connsiteY7" fmla="*/ 256688 h 2056913"/>
              <a:gd name="connsiteX8" fmla="*/ 4805045 w 12192635"/>
              <a:gd name="connsiteY8" fmla="*/ 5228 h 2056913"/>
              <a:gd name="connsiteX9" fmla="*/ 2343785 w 12192635"/>
              <a:gd name="connsiteY9" fmla="*/ 500528 h 2056913"/>
              <a:gd name="connsiteX10" fmla="*/ 1270 w 12192635"/>
              <a:gd name="connsiteY10" fmla="*/ 244623 h 2056913"/>
              <a:gd name="connsiteX0" fmla="*/ 1270 w 12186285"/>
              <a:gd name="connsiteY0" fmla="*/ 244623 h 2056913"/>
              <a:gd name="connsiteX1" fmla="*/ 0 w 12186285"/>
              <a:gd name="connsiteY1" fmla="*/ 1744493 h 2056913"/>
              <a:gd name="connsiteX2" fmla="*/ 6100445 w 12186285"/>
              <a:gd name="connsiteY2" fmla="*/ 1742588 h 2056913"/>
              <a:gd name="connsiteX3" fmla="*/ 12185651 w 12186285"/>
              <a:gd name="connsiteY3" fmla="*/ 2056913 h 2056913"/>
              <a:gd name="connsiteX4" fmla="*/ 12186285 w 12186285"/>
              <a:gd name="connsiteY4" fmla="*/ 586888 h 2056913"/>
              <a:gd name="connsiteX5" fmla="*/ 10282555 w 12186285"/>
              <a:gd name="connsiteY5" fmla="*/ 186203 h 2056913"/>
              <a:gd name="connsiteX6" fmla="*/ 8310245 w 12186285"/>
              <a:gd name="connsiteY6" fmla="*/ 515768 h 2056913"/>
              <a:gd name="connsiteX7" fmla="*/ 6100445 w 12186285"/>
              <a:gd name="connsiteY7" fmla="*/ 256688 h 2056913"/>
              <a:gd name="connsiteX8" fmla="*/ 4805045 w 12186285"/>
              <a:gd name="connsiteY8" fmla="*/ 5228 h 2056913"/>
              <a:gd name="connsiteX9" fmla="*/ 2343785 w 12186285"/>
              <a:gd name="connsiteY9" fmla="*/ 500528 h 2056913"/>
              <a:gd name="connsiteX10" fmla="*/ 1270 w 12186285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078220 w 12195810"/>
              <a:gd name="connsiteY2" fmla="*/ 2056913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078220 w 12195810"/>
              <a:gd name="connsiteY2" fmla="*/ 2056913 h 2056913"/>
              <a:gd name="connsiteX3" fmla="*/ 12182476 w 12195810"/>
              <a:gd name="connsiteY3" fmla="*/ 165686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656863 h 1744493"/>
              <a:gd name="connsiteX3" fmla="*/ 12195810 w 12195810"/>
              <a:gd name="connsiteY3" fmla="*/ 583713 h 1744493"/>
              <a:gd name="connsiteX4" fmla="*/ 10282555 w 12195810"/>
              <a:gd name="connsiteY4" fmla="*/ 186203 h 1744493"/>
              <a:gd name="connsiteX5" fmla="*/ 8310245 w 12195810"/>
              <a:gd name="connsiteY5" fmla="*/ 515768 h 1744493"/>
              <a:gd name="connsiteX6" fmla="*/ 6100445 w 12195810"/>
              <a:gd name="connsiteY6" fmla="*/ 256688 h 1744493"/>
              <a:gd name="connsiteX7" fmla="*/ 4805045 w 12195810"/>
              <a:gd name="connsiteY7" fmla="*/ 5228 h 1744493"/>
              <a:gd name="connsiteX8" fmla="*/ 2343785 w 12195810"/>
              <a:gd name="connsiteY8" fmla="*/ 500528 h 1744493"/>
              <a:gd name="connsiteX9" fmla="*/ 1270 w 12195810"/>
              <a:gd name="connsiteY9" fmla="*/ 244623 h 174449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733063 h 1744493"/>
              <a:gd name="connsiteX3" fmla="*/ 12195810 w 12195810"/>
              <a:gd name="connsiteY3" fmla="*/ 583713 h 1744493"/>
              <a:gd name="connsiteX4" fmla="*/ 10282555 w 12195810"/>
              <a:gd name="connsiteY4" fmla="*/ 186203 h 1744493"/>
              <a:gd name="connsiteX5" fmla="*/ 8310245 w 12195810"/>
              <a:gd name="connsiteY5" fmla="*/ 515768 h 1744493"/>
              <a:gd name="connsiteX6" fmla="*/ 6100445 w 12195810"/>
              <a:gd name="connsiteY6" fmla="*/ 256688 h 1744493"/>
              <a:gd name="connsiteX7" fmla="*/ 4805045 w 12195810"/>
              <a:gd name="connsiteY7" fmla="*/ 5228 h 1744493"/>
              <a:gd name="connsiteX8" fmla="*/ 2343785 w 12195810"/>
              <a:gd name="connsiteY8" fmla="*/ 500528 h 1744493"/>
              <a:gd name="connsiteX9" fmla="*/ 1270 w 12195810"/>
              <a:gd name="connsiteY9" fmla="*/ 244623 h 174449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733063 h 1744493"/>
              <a:gd name="connsiteX3" fmla="*/ 12195810 w 12195810"/>
              <a:gd name="connsiteY3" fmla="*/ 256053 h 1744493"/>
              <a:gd name="connsiteX4" fmla="*/ 10282555 w 12195810"/>
              <a:gd name="connsiteY4" fmla="*/ 186203 h 1744493"/>
              <a:gd name="connsiteX5" fmla="*/ 8310245 w 12195810"/>
              <a:gd name="connsiteY5" fmla="*/ 515768 h 1744493"/>
              <a:gd name="connsiteX6" fmla="*/ 6100445 w 12195810"/>
              <a:gd name="connsiteY6" fmla="*/ 256688 h 1744493"/>
              <a:gd name="connsiteX7" fmla="*/ 4805045 w 12195810"/>
              <a:gd name="connsiteY7" fmla="*/ 5228 h 1744493"/>
              <a:gd name="connsiteX8" fmla="*/ 2343785 w 12195810"/>
              <a:gd name="connsiteY8" fmla="*/ 500528 h 1744493"/>
              <a:gd name="connsiteX9" fmla="*/ 1270 w 12195810"/>
              <a:gd name="connsiteY9" fmla="*/ 244623 h 174449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733063 h 1744493"/>
              <a:gd name="connsiteX3" fmla="*/ 12195810 w 12195810"/>
              <a:gd name="connsiteY3" fmla="*/ 256053 h 1744493"/>
              <a:gd name="connsiteX4" fmla="*/ 10343515 w 12195810"/>
              <a:gd name="connsiteY4" fmla="*/ 102383 h 1744493"/>
              <a:gd name="connsiteX5" fmla="*/ 8310245 w 12195810"/>
              <a:gd name="connsiteY5" fmla="*/ 515768 h 1744493"/>
              <a:gd name="connsiteX6" fmla="*/ 6100445 w 12195810"/>
              <a:gd name="connsiteY6" fmla="*/ 256688 h 1744493"/>
              <a:gd name="connsiteX7" fmla="*/ 4805045 w 12195810"/>
              <a:gd name="connsiteY7" fmla="*/ 5228 h 1744493"/>
              <a:gd name="connsiteX8" fmla="*/ 2343785 w 12195810"/>
              <a:gd name="connsiteY8" fmla="*/ 500528 h 1744493"/>
              <a:gd name="connsiteX9" fmla="*/ 1270 w 12195810"/>
              <a:gd name="connsiteY9" fmla="*/ 244623 h 174449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733063 h 1744493"/>
              <a:gd name="connsiteX3" fmla="*/ 12195810 w 12195810"/>
              <a:gd name="connsiteY3" fmla="*/ 256053 h 1744493"/>
              <a:gd name="connsiteX4" fmla="*/ 8310245 w 12195810"/>
              <a:gd name="connsiteY4" fmla="*/ 515768 h 1744493"/>
              <a:gd name="connsiteX5" fmla="*/ 6100445 w 12195810"/>
              <a:gd name="connsiteY5" fmla="*/ 256688 h 1744493"/>
              <a:gd name="connsiteX6" fmla="*/ 4805045 w 12195810"/>
              <a:gd name="connsiteY6" fmla="*/ 5228 h 1744493"/>
              <a:gd name="connsiteX7" fmla="*/ 2343785 w 12195810"/>
              <a:gd name="connsiteY7" fmla="*/ 500528 h 1744493"/>
              <a:gd name="connsiteX8" fmla="*/ 1270 w 12195810"/>
              <a:gd name="connsiteY8" fmla="*/ 244623 h 1744493"/>
              <a:gd name="connsiteX0" fmla="*/ 1270 w 12195810"/>
              <a:gd name="connsiteY0" fmla="*/ 239406 h 1739276"/>
              <a:gd name="connsiteX1" fmla="*/ 0 w 12195810"/>
              <a:gd name="connsiteY1" fmla="*/ 1739276 h 1739276"/>
              <a:gd name="connsiteX2" fmla="*/ 12182476 w 12195810"/>
              <a:gd name="connsiteY2" fmla="*/ 1727846 h 1739276"/>
              <a:gd name="connsiteX3" fmla="*/ 12195810 w 12195810"/>
              <a:gd name="connsiteY3" fmla="*/ 250836 h 1739276"/>
              <a:gd name="connsiteX4" fmla="*/ 8310245 w 12195810"/>
              <a:gd name="connsiteY4" fmla="*/ 510551 h 1739276"/>
              <a:gd name="connsiteX5" fmla="*/ 4805045 w 12195810"/>
              <a:gd name="connsiteY5" fmla="*/ 11 h 1739276"/>
              <a:gd name="connsiteX6" fmla="*/ 2343785 w 12195810"/>
              <a:gd name="connsiteY6" fmla="*/ 495311 h 1739276"/>
              <a:gd name="connsiteX7" fmla="*/ 1270 w 12195810"/>
              <a:gd name="connsiteY7" fmla="*/ 239406 h 1739276"/>
              <a:gd name="connsiteX0" fmla="*/ 1270 w 12195810"/>
              <a:gd name="connsiteY0" fmla="*/ 239406 h 1739276"/>
              <a:gd name="connsiteX1" fmla="*/ 0 w 12195810"/>
              <a:gd name="connsiteY1" fmla="*/ 1739276 h 1739276"/>
              <a:gd name="connsiteX2" fmla="*/ 12182476 w 12195810"/>
              <a:gd name="connsiteY2" fmla="*/ 1727846 h 1739276"/>
              <a:gd name="connsiteX3" fmla="*/ 12195810 w 12195810"/>
              <a:gd name="connsiteY3" fmla="*/ 250836 h 1739276"/>
              <a:gd name="connsiteX4" fmla="*/ 8310245 w 12195810"/>
              <a:gd name="connsiteY4" fmla="*/ 510551 h 1739276"/>
              <a:gd name="connsiteX5" fmla="*/ 4805045 w 12195810"/>
              <a:gd name="connsiteY5" fmla="*/ 11 h 1739276"/>
              <a:gd name="connsiteX6" fmla="*/ 2343785 w 12195810"/>
              <a:gd name="connsiteY6" fmla="*/ 495311 h 1739276"/>
              <a:gd name="connsiteX7" fmla="*/ 1270 w 12195810"/>
              <a:gd name="connsiteY7" fmla="*/ 239406 h 1739276"/>
              <a:gd name="connsiteX0" fmla="*/ 1270 w 12195810"/>
              <a:gd name="connsiteY0" fmla="*/ 239406 h 1739276"/>
              <a:gd name="connsiteX1" fmla="*/ 0 w 12195810"/>
              <a:gd name="connsiteY1" fmla="*/ 1739276 h 1739276"/>
              <a:gd name="connsiteX2" fmla="*/ 12182476 w 12195810"/>
              <a:gd name="connsiteY2" fmla="*/ 1727846 h 1739276"/>
              <a:gd name="connsiteX3" fmla="*/ 12195810 w 12195810"/>
              <a:gd name="connsiteY3" fmla="*/ 250836 h 1739276"/>
              <a:gd name="connsiteX4" fmla="*/ 8234045 w 12195810"/>
              <a:gd name="connsiteY4" fmla="*/ 495311 h 1739276"/>
              <a:gd name="connsiteX5" fmla="*/ 4805045 w 12195810"/>
              <a:gd name="connsiteY5" fmla="*/ 11 h 1739276"/>
              <a:gd name="connsiteX6" fmla="*/ 2343785 w 12195810"/>
              <a:gd name="connsiteY6" fmla="*/ 495311 h 1739276"/>
              <a:gd name="connsiteX7" fmla="*/ 1270 w 12195810"/>
              <a:gd name="connsiteY7" fmla="*/ 239406 h 1739276"/>
              <a:gd name="connsiteX0" fmla="*/ 1270 w 12195810"/>
              <a:gd name="connsiteY0" fmla="*/ 240532 h 1740402"/>
              <a:gd name="connsiteX1" fmla="*/ 0 w 12195810"/>
              <a:gd name="connsiteY1" fmla="*/ 1740402 h 1740402"/>
              <a:gd name="connsiteX2" fmla="*/ 12182476 w 12195810"/>
              <a:gd name="connsiteY2" fmla="*/ 1728972 h 1740402"/>
              <a:gd name="connsiteX3" fmla="*/ 12195810 w 12195810"/>
              <a:gd name="connsiteY3" fmla="*/ 251962 h 1740402"/>
              <a:gd name="connsiteX4" fmla="*/ 8234045 w 12195810"/>
              <a:gd name="connsiteY4" fmla="*/ 496437 h 1740402"/>
              <a:gd name="connsiteX5" fmla="*/ 4805045 w 12195810"/>
              <a:gd name="connsiteY5" fmla="*/ 1137 h 1740402"/>
              <a:gd name="connsiteX6" fmla="*/ 2343785 w 12195810"/>
              <a:gd name="connsiteY6" fmla="*/ 496437 h 1740402"/>
              <a:gd name="connsiteX7" fmla="*/ 1270 w 12195810"/>
              <a:gd name="connsiteY7" fmla="*/ 240532 h 1740402"/>
              <a:gd name="connsiteX0" fmla="*/ 1270 w 12195810"/>
              <a:gd name="connsiteY0" fmla="*/ 239406 h 1739276"/>
              <a:gd name="connsiteX1" fmla="*/ 0 w 12195810"/>
              <a:gd name="connsiteY1" fmla="*/ 1739276 h 1739276"/>
              <a:gd name="connsiteX2" fmla="*/ 12182476 w 12195810"/>
              <a:gd name="connsiteY2" fmla="*/ 1727846 h 1739276"/>
              <a:gd name="connsiteX3" fmla="*/ 12195810 w 12195810"/>
              <a:gd name="connsiteY3" fmla="*/ 250836 h 1739276"/>
              <a:gd name="connsiteX4" fmla="*/ 8234045 w 12195810"/>
              <a:gd name="connsiteY4" fmla="*/ 533411 h 1739276"/>
              <a:gd name="connsiteX5" fmla="*/ 4805045 w 12195810"/>
              <a:gd name="connsiteY5" fmla="*/ 11 h 1739276"/>
              <a:gd name="connsiteX6" fmla="*/ 2343785 w 12195810"/>
              <a:gd name="connsiteY6" fmla="*/ 495311 h 1739276"/>
              <a:gd name="connsiteX7" fmla="*/ 1270 w 12195810"/>
              <a:gd name="connsiteY7" fmla="*/ 239406 h 173927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8234045 w 12195810"/>
              <a:gd name="connsiteY4" fmla="*/ 52579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5810" h="1731656">
                <a:moveTo>
                  <a:pt x="1270" y="231786"/>
                </a:moveTo>
                <a:cubicBezTo>
                  <a:pt x="1270" y="527696"/>
                  <a:pt x="4180" y="1006459"/>
                  <a:pt x="0" y="1731656"/>
                </a:cubicBezTo>
                <a:lnTo>
                  <a:pt x="12182476" y="1720226"/>
                </a:lnTo>
                <a:cubicBezTo>
                  <a:pt x="12197187" y="1175714"/>
                  <a:pt x="12188614" y="537538"/>
                  <a:pt x="12195810" y="243216"/>
                </a:cubicBezTo>
                <a:cubicBezTo>
                  <a:pt x="10171218" y="-432106"/>
                  <a:pt x="9563658" y="581565"/>
                  <a:pt x="7860549" y="502931"/>
                </a:cubicBezTo>
                <a:cubicBezTo>
                  <a:pt x="6157440" y="424297"/>
                  <a:pt x="5807077" y="2551"/>
                  <a:pt x="4812667" y="11"/>
                </a:cubicBezTo>
                <a:cubicBezTo>
                  <a:pt x="3818257" y="-2529"/>
                  <a:pt x="3145685" y="449062"/>
                  <a:pt x="2343785" y="487691"/>
                </a:cubicBezTo>
                <a:cubicBezTo>
                  <a:pt x="1541886" y="526320"/>
                  <a:pt x="1099820" y="483246"/>
                  <a:pt x="1270" y="231786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Forma libre: forma 25">
            <a:extLst>
              <a:ext uri="{FF2B5EF4-FFF2-40B4-BE49-F238E27FC236}">
                <a16:creationId xmlns:a16="http://schemas.microsoft.com/office/drawing/2014/main" id="{BD82D62C-2B31-9F92-6A81-B71CE46EB7A2}"/>
              </a:ext>
            </a:extLst>
          </p:cNvPr>
          <p:cNvSpPr/>
          <p:nvPr/>
        </p:nvSpPr>
        <p:spPr>
          <a:xfrm>
            <a:off x="-6983" y="665344"/>
            <a:ext cx="12192000" cy="1731656"/>
          </a:xfrm>
          <a:custGeom>
            <a:avLst/>
            <a:gdLst>
              <a:gd name="connsiteX0" fmla="*/ 995038 w 14124030"/>
              <a:gd name="connsiteY0" fmla="*/ 256195 h 1970374"/>
              <a:gd name="connsiteX1" fmla="*/ 995038 w 14124030"/>
              <a:gd name="connsiteY1" fmla="*/ 1795435 h 1970374"/>
              <a:gd name="connsiteX2" fmla="*/ 13171798 w 14124030"/>
              <a:gd name="connsiteY2" fmla="*/ 1764955 h 1970374"/>
              <a:gd name="connsiteX3" fmla="*/ 13164178 w 14124030"/>
              <a:gd name="connsiteY3" fmla="*/ 271435 h 1970374"/>
              <a:gd name="connsiteX4" fmla="*/ 11800198 w 14124030"/>
              <a:gd name="connsiteY4" fmla="*/ 19975 h 1970374"/>
              <a:gd name="connsiteX5" fmla="*/ 9300838 w 14124030"/>
              <a:gd name="connsiteY5" fmla="*/ 530515 h 1970374"/>
              <a:gd name="connsiteX6" fmla="*/ 7091038 w 14124030"/>
              <a:gd name="connsiteY6" fmla="*/ 271435 h 1970374"/>
              <a:gd name="connsiteX7" fmla="*/ 5795638 w 14124030"/>
              <a:gd name="connsiteY7" fmla="*/ 19975 h 1970374"/>
              <a:gd name="connsiteX8" fmla="*/ 3334378 w 14124030"/>
              <a:gd name="connsiteY8" fmla="*/ 515275 h 1970374"/>
              <a:gd name="connsiteX9" fmla="*/ 995038 w 14124030"/>
              <a:gd name="connsiteY9" fmla="*/ 256195 h 1970374"/>
              <a:gd name="connsiteX0" fmla="*/ 995038 w 14124030"/>
              <a:gd name="connsiteY0" fmla="*/ 256195 h 1970374"/>
              <a:gd name="connsiteX1" fmla="*/ 995038 w 14124030"/>
              <a:gd name="connsiteY1" fmla="*/ 1795435 h 1970374"/>
              <a:gd name="connsiteX2" fmla="*/ 13171798 w 14124030"/>
              <a:gd name="connsiteY2" fmla="*/ 1764955 h 1970374"/>
              <a:gd name="connsiteX3" fmla="*/ 13164178 w 14124030"/>
              <a:gd name="connsiteY3" fmla="*/ 271435 h 1970374"/>
              <a:gd name="connsiteX4" fmla="*/ 11800198 w 14124030"/>
              <a:gd name="connsiteY4" fmla="*/ 19975 h 1970374"/>
              <a:gd name="connsiteX5" fmla="*/ 9300838 w 14124030"/>
              <a:gd name="connsiteY5" fmla="*/ 530515 h 1970374"/>
              <a:gd name="connsiteX6" fmla="*/ 7091038 w 14124030"/>
              <a:gd name="connsiteY6" fmla="*/ 271435 h 1970374"/>
              <a:gd name="connsiteX7" fmla="*/ 5795638 w 14124030"/>
              <a:gd name="connsiteY7" fmla="*/ 19975 h 1970374"/>
              <a:gd name="connsiteX8" fmla="*/ 3334378 w 14124030"/>
              <a:gd name="connsiteY8" fmla="*/ 515275 h 1970374"/>
              <a:gd name="connsiteX9" fmla="*/ 995038 w 14124030"/>
              <a:gd name="connsiteY9" fmla="*/ 256195 h 1970374"/>
              <a:gd name="connsiteX0" fmla="*/ 1001879 w 14130871"/>
              <a:gd name="connsiteY0" fmla="*/ 256195 h 1884434"/>
              <a:gd name="connsiteX1" fmla="*/ 1001879 w 14130871"/>
              <a:gd name="connsiteY1" fmla="*/ 1795435 h 1884434"/>
              <a:gd name="connsiteX2" fmla="*/ 13178639 w 14130871"/>
              <a:gd name="connsiteY2" fmla="*/ 1764955 h 1884434"/>
              <a:gd name="connsiteX3" fmla="*/ 13171019 w 14130871"/>
              <a:gd name="connsiteY3" fmla="*/ 271435 h 1884434"/>
              <a:gd name="connsiteX4" fmla="*/ 11807039 w 14130871"/>
              <a:gd name="connsiteY4" fmla="*/ 19975 h 1884434"/>
              <a:gd name="connsiteX5" fmla="*/ 9307679 w 14130871"/>
              <a:gd name="connsiteY5" fmla="*/ 530515 h 1884434"/>
              <a:gd name="connsiteX6" fmla="*/ 7097879 w 14130871"/>
              <a:gd name="connsiteY6" fmla="*/ 271435 h 1884434"/>
              <a:gd name="connsiteX7" fmla="*/ 5802479 w 14130871"/>
              <a:gd name="connsiteY7" fmla="*/ 19975 h 1884434"/>
              <a:gd name="connsiteX8" fmla="*/ 3341219 w 14130871"/>
              <a:gd name="connsiteY8" fmla="*/ 515275 h 1884434"/>
              <a:gd name="connsiteX9" fmla="*/ 1001879 w 14130871"/>
              <a:gd name="connsiteY9" fmla="*/ 256195 h 1884434"/>
              <a:gd name="connsiteX0" fmla="*/ 1001879 w 14130871"/>
              <a:gd name="connsiteY0" fmla="*/ 256195 h 1884434"/>
              <a:gd name="connsiteX1" fmla="*/ 1001879 w 14130871"/>
              <a:gd name="connsiteY1" fmla="*/ 1795435 h 1884434"/>
              <a:gd name="connsiteX2" fmla="*/ 13178639 w 14130871"/>
              <a:gd name="connsiteY2" fmla="*/ 1764955 h 1884434"/>
              <a:gd name="connsiteX3" fmla="*/ 13171019 w 14130871"/>
              <a:gd name="connsiteY3" fmla="*/ 271435 h 1884434"/>
              <a:gd name="connsiteX4" fmla="*/ 11807039 w 14130871"/>
              <a:gd name="connsiteY4" fmla="*/ 19975 h 1884434"/>
              <a:gd name="connsiteX5" fmla="*/ 9307679 w 14130871"/>
              <a:gd name="connsiteY5" fmla="*/ 530515 h 1884434"/>
              <a:gd name="connsiteX6" fmla="*/ 7097879 w 14130871"/>
              <a:gd name="connsiteY6" fmla="*/ 271435 h 1884434"/>
              <a:gd name="connsiteX7" fmla="*/ 5802479 w 14130871"/>
              <a:gd name="connsiteY7" fmla="*/ 19975 h 1884434"/>
              <a:gd name="connsiteX8" fmla="*/ 3341219 w 14130871"/>
              <a:gd name="connsiteY8" fmla="*/ 515275 h 1884434"/>
              <a:gd name="connsiteX9" fmla="*/ 1001879 w 14130871"/>
              <a:gd name="connsiteY9" fmla="*/ 256195 h 1884434"/>
              <a:gd name="connsiteX0" fmla="*/ 177365 w 13306357"/>
              <a:gd name="connsiteY0" fmla="*/ 256195 h 1884434"/>
              <a:gd name="connsiteX1" fmla="*/ 177365 w 13306357"/>
              <a:gd name="connsiteY1" fmla="*/ 1795435 h 1884434"/>
              <a:gd name="connsiteX2" fmla="*/ 12354125 w 13306357"/>
              <a:gd name="connsiteY2" fmla="*/ 1764955 h 1884434"/>
              <a:gd name="connsiteX3" fmla="*/ 12346505 w 13306357"/>
              <a:gd name="connsiteY3" fmla="*/ 271435 h 1884434"/>
              <a:gd name="connsiteX4" fmla="*/ 10982525 w 13306357"/>
              <a:gd name="connsiteY4" fmla="*/ 19975 h 1884434"/>
              <a:gd name="connsiteX5" fmla="*/ 8483165 w 13306357"/>
              <a:gd name="connsiteY5" fmla="*/ 530515 h 1884434"/>
              <a:gd name="connsiteX6" fmla="*/ 6273365 w 13306357"/>
              <a:gd name="connsiteY6" fmla="*/ 271435 h 1884434"/>
              <a:gd name="connsiteX7" fmla="*/ 4977965 w 13306357"/>
              <a:gd name="connsiteY7" fmla="*/ 19975 h 1884434"/>
              <a:gd name="connsiteX8" fmla="*/ 2516705 w 13306357"/>
              <a:gd name="connsiteY8" fmla="*/ 515275 h 1884434"/>
              <a:gd name="connsiteX9" fmla="*/ 177365 w 13306357"/>
              <a:gd name="connsiteY9" fmla="*/ 256195 h 1884434"/>
              <a:gd name="connsiteX0" fmla="*/ 177365 w 13306357"/>
              <a:gd name="connsiteY0" fmla="*/ 256195 h 1884434"/>
              <a:gd name="connsiteX1" fmla="*/ 177365 w 13306357"/>
              <a:gd name="connsiteY1" fmla="*/ 1795435 h 1884434"/>
              <a:gd name="connsiteX2" fmla="*/ 12354125 w 13306357"/>
              <a:gd name="connsiteY2" fmla="*/ 1764955 h 1884434"/>
              <a:gd name="connsiteX3" fmla="*/ 12346505 w 13306357"/>
              <a:gd name="connsiteY3" fmla="*/ 271435 h 1884434"/>
              <a:gd name="connsiteX4" fmla="*/ 10982525 w 13306357"/>
              <a:gd name="connsiteY4" fmla="*/ 19975 h 1884434"/>
              <a:gd name="connsiteX5" fmla="*/ 8483165 w 13306357"/>
              <a:gd name="connsiteY5" fmla="*/ 530515 h 1884434"/>
              <a:gd name="connsiteX6" fmla="*/ 6273365 w 13306357"/>
              <a:gd name="connsiteY6" fmla="*/ 271435 h 1884434"/>
              <a:gd name="connsiteX7" fmla="*/ 4977965 w 13306357"/>
              <a:gd name="connsiteY7" fmla="*/ 19975 h 1884434"/>
              <a:gd name="connsiteX8" fmla="*/ 2516705 w 13306357"/>
              <a:gd name="connsiteY8" fmla="*/ 515275 h 1884434"/>
              <a:gd name="connsiteX9" fmla="*/ 177365 w 13306357"/>
              <a:gd name="connsiteY9" fmla="*/ 256195 h 1884434"/>
              <a:gd name="connsiteX0" fmla="*/ 6783 w 13135775"/>
              <a:gd name="connsiteY0" fmla="*/ 256195 h 1884434"/>
              <a:gd name="connsiteX1" fmla="*/ 6783 w 13135775"/>
              <a:gd name="connsiteY1" fmla="*/ 1795435 h 1884434"/>
              <a:gd name="connsiteX2" fmla="*/ 12183543 w 13135775"/>
              <a:gd name="connsiteY2" fmla="*/ 1764955 h 1884434"/>
              <a:gd name="connsiteX3" fmla="*/ 12175923 w 13135775"/>
              <a:gd name="connsiteY3" fmla="*/ 271435 h 1884434"/>
              <a:gd name="connsiteX4" fmla="*/ 10811943 w 13135775"/>
              <a:gd name="connsiteY4" fmla="*/ 19975 h 1884434"/>
              <a:gd name="connsiteX5" fmla="*/ 8312583 w 13135775"/>
              <a:gd name="connsiteY5" fmla="*/ 530515 h 1884434"/>
              <a:gd name="connsiteX6" fmla="*/ 6102783 w 13135775"/>
              <a:gd name="connsiteY6" fmla="*/ 271435 h 1884434"/>
              <a:gd name="connsiteX7" fmla="*/ 4807383 w 13135775"/>
              <a:gd name="connsiteY7" fmla="*/ 19975 h 1884434"/>
              <a:gd name="connsiteX8" fmla="*/ 2346123 w 13135775"/>
              <a:gd name="connsiteY8" fmla="*/ 515275 h 1884434"/>
              <a:gd name="connsiteX9" fmla="*/ 6783 w 13135775"/>
              <a:gd name="connsiteY9" fmla="*/ 256195 h 1884434"/>
              <a:gd name="connsiteX0" fmla="*/ 6783 w 13135775"/>
              <a:gd name="connsiteY0" fmla="*/ 256195 h 1884434"/>
              <a:gd name="connsiteX1" fmla="*/ 6783 w 13135775"/>
              <a:gd name="connsiteY1" fmla="*/ 1795435 h 1884434"/>
              <a:gd name="connsiteX2" fmla="*/ 12183543 w 13135775"/>
              <a:gd name="connsiteY2" fmla="*/ 1764955 h 1884434"/>
              <a:gd name="connsiteX3" fmla="*/ 12175923 w 13135775"/>
              <a:gd name="connsiteY3" fmla="*/ 271435 h 1884434"/>
              <a:gd name="connsiteX4" fmla="*/ 10811943 w 13135775"/>
              <a:gd name="connsiteY4" fmla="*/ 19975 h 1884434"/>
              <a:gd name="connsiteX5" fmla="*/ 8312583 w 13135775"/>
              <a:gd name="connsiteY5" fmla="*/ 530515 h 1884434"/>
              <a:gd name="connsiteX6" fmla="*/ 6102783 w 13135775"/>
              <a:gd name="connsiteY6" fmla="*/ 271435 h 1884434"/>
              <a:gd name="connsiteX7" fmla="*/ 4807383 w 13135775"/>
              <a:gd name="connsiteY7" fmla="*/ 19975 h 1884434"/>
              <a:gd name="connsiteX8" fmla="*/ 2346123 w 13135775"/>
              <a:gd name="connsiteY8" fmla="*/ 515275 h 1884434"/>
              <a:gd name="connsiteX9" fmla="*/ 6783 w 13135775"/>
              <a:gd name="connsiteY9" fmla="*/ 256195 h 1884434"/>
              <a:gd name="connsiteX0" fmla="*/ 6783 w 13135775"/>
              <a:gd name="connsiteY0" fmla="*/ 256195 h 1884434"/>
              <a:gd name="connsiteX1" fmla="*/ 6783 w 13135775"/>
              <a:gd name="connsiteY1" fmla="*/ 1795435 h 1884434"/>
              <a:gd name="connsiteX2" fmla="*/ 12183543 w 13135775"/>
              <a:gd name="connsiteY2" fmla="*/ 1764955 h 1884434"/>
              <a:gd name="connsiteX3" fmla="*/ 12175923 w 13135775"/>
              <a:gd name="connsiteY3" fmla="*/ 271435 h 1884434"/>
              <a:gd name="connsiteX4" fmla="*/ 10811943 w 13135775"/>
              <a:gd name="connsiteY4" fmla="*/ 19975 h 1884434"/>
              <a:gd name="connsiteX5" fmla="*/ 8312583 w 13135775"/>
              <a:gd name="connsiteY5" fmla="*/ 530515 h 1884434"/>
              <a:gd name="connsiteX6" fmla="*/ 6102783 w 13135775"/>
              <a:gd name="connsiteY6" fmla="*/ 271435 h 1884434"/>
              <a:gd name="connsiteX7" fmla="*/ 4807383 w 13135775"/>
              <a:gd name="connsiteY7" fmla="*/ 19975 h 1884434"/>
              <a:gd name="connsiteX8" fmla="*/ 2346123 w 13135775"/>
              <a:gd name="connsiteY8" fmla="*/ 515275 h 1884434"/>
              <a:gd name="connsiteX9" fmla="*/ 6783 w 13135775"/>
              <a:gd name="connsiteY9" fmla="*/ 256195 h 1884434"/>
              <a:gd name="connsiteX0" fmla="*/ 6783 w 12411921"/>
              <a:gd name="connsiteY0" fmla="*/ 260239 h 1995630"/>
              <a:gd name="connsiteX1" fmla="*/ 6783 w 12411921"/>
              <a:gd name="connsiteY1" fmla="*/ 1799479 h 1995630"/>
              <a:gd name="connsiteX2" fmla="*/ 5874183 w 12411921"/>
              <a:gd name="connsiteY2" fmla="*/ 1906159 h 1995630"/>
              <a:gd name="connsiteX3" fmla="*/ 12175923 w 12411921"/>
              <a:gd name="connsiteY3" fmla="*/ 275479 h 1995630"/>
              <a:gd name="connsiteX4" fmla="*/ 10811943 w 12411921"/>
              <a:gd name="connsiteY4" fmla="*/ 24019 h 1995630"/>
              <a:gd name="connsiteX5" fmla="*/ 8312583 w 12411921"/>
              <a:gd name="connsiteY5" fmla="*/ 534559 h 1995630"/>
              <a:gd name="connsiteX6" fmla="*/ 6102783 w 12411921"/>
              <a:gd name="connsiteY6" fmla="*/ 275479 h 1995630"/>
              <a:gd name="connsiteX7" fmla="*/ 4807383 w 12411921"/>
              <a:gd name="connsiteY7" fmla="*/ 24019 h 1995630"/>
              <a:gd name="connsiteX8" fmla="*/ 2346123 w 12411921"/>
              <a:gd name="connsiteY8" fmla="*/ 519319 h 1995630"/>
              <a:gd name="connsiteX9" fmla="*/ 6783 w 12411921"/>
              <a:gd name="connsiteY9" fmla="*/ 260239 h 1995630"/>
              <a:gd name="connsiteX0" fmla="*/ 6783 w 12397280"/>
              <a:gd name="connsiteY0" fmla="*/ 257463 h 1919433"/>
              <a:gd name="connsiteX1" fmla="*/ 6783 w 12397280"/>
              <a:gd name="connsiteY1" fmla="*/ 1796703 h 1919433"/>
              <a:gd name="connsiteX2" fmla="*/ 6102783 w 12397280"/>
              <a:gd name="connsiteY2" fmla="*/ 1811943 h 1919433"/>
              <a:gd name="connsiteX3" fmla="*/ 12175923 w 12397280"/>
              <a:gd name="connsiteY3" fmla="*/ 272703 h 1919433"/>
              <a:gd name="connsiteX4" fmla="*/ 10811943 w 12397280"/>
              <a:gd name="connsiteY4" fmla="*/ 21243 h 1919433"/>
              <a:gd name="connsiteX5" fmla="*/ 8312583 w 12397280"/>
              <a:gd name="connsiteY5" fmla="*/ 531783 h 1919433"/>
              <a:gd name="connsiteX6" fmla="*/ 6102783 w 12397280"/>
              <a:gd name="connsiteY6" fmla="*/ 272703 h 1919433"/>
              <a:gd name="connsiteX7" fmla="*/ 4807383 w 12397280"/>
              <a:gd name="connsiteY7" fmla="*/ 21243 h 1919433"/>
              <a:gd name="connsiteX8" fmla="*/ 2346123 w 12397280"/>
              <a:gd name="connsiteY8" fmla="*/ 516543 h 1919433"/>
              <a:gd name="connsiteX9" fmla="*/ 6783 w 12397280"/>
              <a:gd name="connsiteY9" fmla="*/ 257463 h 1919433"/>
              <a:gd name="connsiteX0" fmla="*/ 6783 w 12397280"/>
              <a:gd name="connsiteY0" fmla="*/ 257463 h 1919433"/>
              <a:gd name="connsiteX1" fmla="*/ 6783 w 12397280"/>
              <a:gd name="connsiteY1" fmla="*/ 1796703 h 1919433"/>
              <a:gd name="connsiteX2" fmla="*/ 6102783 w 12397280"/>
              <a:gd name="connsiteY2" fmla="*/ 1811943 h 1919433"/>
              <a:gd name="connsiteX3" fmla="*/ 12175923 w 12397280"/>
              <a:gd name="connsiteY3" fmla="*/ 272703 h 1919433"/>
              <a:gd name="connsiteX4" fmla="*/ 10811943 w 12397280"/>
              <a:gd name="connsiteY4" fmla="*/ 21243 h 1919433"/>
              <a:gd name="connsiteX5" fmla="*/ 8312583 w 12397280"/>
              <a:gd name="connsiteY5" fmla="*/ 531783 h 1919433"/>
              <a:gd name="connsiteX6" fmla="*/ 6102783 w 12397280"/>
              <a:gd name="connsiteY6" fmla="*/ 272703 h 1919433"/>
              <a:gd name="connsiteX7" fmla="*/ 4807383 w 12397280"/>
              <a:gd name="connsiteY7" fmla="*/ 21243 h 1919433"/>
              <a:gd name="connsiteX8" fmla="*/ 2346123 w 12397280"/>
              <a:gd name="connsiteY8" fmla="*/ 516543 h 1919433"/>
              <a:gd name="connsiteX9" fmla="*/ 6783 w 12397280"/>
              <a:gd name="connsiteY9" fmla="*/ 257463 h 1919433"/>
              <a:gd name="connsiteX0" fmla="*/ 6783 w 12397280"/>
              <a:gd name="connsiteY0" fmla="*/ 257463 h 1811943"/>
              <a:gd name="connsiteX1" fmla="*/ 6783 w 12397280"/>
              <a:gd name="connsiteY1" fmla="*/ 1796703 h 1811943"/>
              <a:gd name="connsiteX2" fmla="*/ 6102783 w 12397280"/>
              <a:gd name="connsiteY2" fmla="*/ 1811943 h 1811943"/>
              <a:gd name="connsiteX3" fmla="*/ 12175923 w 12397280"/>
              <a:gd name="connsiteY3" fmla="*/ 272703 h 1811943"/>
              <a:gd name="connsiteX4" fmla="*/ 10811943 w 12397280"/>
              <a:gd name="connsiteY4" fmla="*/ 21243 h 1811943"/>
              <a:gd name="connsiteX5" fmla="*/ 8312583 w 12397280"/>
              <a:gd name="connsiteY5" fmla="*/ 531783 h 1811943"/>
              <a:gd name="connsiteX6" fmla="*/ 6102783 w 12397280"/>
              <a:gd name="connsiteY6" fmla="*/ 272703 h 1811943"/>
              <a:gd name="connsiteX7" fmla="*/ 4807383 w 12397280"/>
              <a:gd name="connsiteY7" fmla="*/ 21243 h 1811943"/>
              <a:gd name="connsiteX8" fmla="*/ 2346123 w 12397280"/>
              <a:gd name="connsiteY8" fmla="*/ 516543 h 1811943"/>
              <a:gd name="connsiteX9" fmla="*/ 6783 w 12397280"/>
              <a:gd name="connsiteY9" fmla="*/ 257463 h 1811943"/>
              <a:gd name="connsiteX0" fmla="*/ 6783 w 12396308"/>
              <a:gd name="connsiteY0" fmla="*/ 254262 h 1793502"/>
              <a:gd name="connsiteX1" fmla="*/ 6783 w 12396308"/>
              <a:gd name="connsiteY1" fmla="*/ 1793502 h 1793502"/>
              <a:gd name="connsiteX2" fmla="*/ 6118023 w 12396308"/>
              <a:gd name="connsiteY2" fmla="*/ 1686822 h 1793502"/>
              <a:gd name="connsiteX3" fmla="*/ 12175923 w 12396308"/>
              <a:gd name="connsiteY3" fmla="*/ 269502 h 1793502"/>
              <a:gd name="connsiteX4" fmla="*/ 10811943 w 12396308"/>
              <a:gd name="connsiteY4" fmla="*/ 18042 h 1793502"/>
              <a:gd name="connsiteX5" fmla="*/ 8312583 w 12396308"/>
              <a:gd name="connsiteY5" fmla="*/ 528582 h 1793502"/>
              <a:gd name="connsiteX6" fmla="*/ 6102783 w 12396308"/>
              <a:gd name="connsiteY6" fmla="*/ 269502 h 1793502"/>
              <a:gd name="connsiteX7" fmla="*/ 4807383 w 12396308"/>
              <a:gd name="connsiteY7" fmla="*/ 18042 h 1793502"/>
              <a:gd name="connsiteX8" fmla="*/ 2346123 w 12396308"/>
              <a:gd name="connsiteY8" fmla="*/ 513342 h 1793502"/>
              <a:gd name="connsiteX9" fmla="*/ 6783 w 12396308"/>
              <a:gd name="connsiteY9" fmla="*/ 254262 h 1793502"/>
              <a:gd name="connsiteX0" fmla="*/ 6783 w 12397280"/>
              <a:gd name="connsiteY0" fmla="*/ 255991 h 1795231"/>
              <a:gd name="connsiteX1" fmla="*/ 6783 w 12397280"/>
              <a:gd name="connsiteY1" fmla="*/ 1795231 h 1795231"/>
              <a:gd name="connsiteX2" fmla="*/ 6102783 w 12397280"/>
              <a:gd name="connsiteY2" fmla="*/ 1757131 h 1795231"/>
              <a:gd name="connsiteX3" fmla="*/ 12175923 w 12397280"/>
              <a:gd name="connsiteY3" fmla="*/ 271231 h 1795231"/>
              <a:gd name="connsiteX4" fmla="*/ 10811943 w 12397280"/>
              <a:gd name="connsiteY4" fmla="*/ 19771 h 1795231"/>
              <a:gd name="connsiteX5" fmla="*/ 8312583 w 12397280"/>
              <a:gd name="connsiteY5" fmla="*/ 530311 h 1795231"/>
              <a:gd name="connsiteX6" fmla="*/ 6102783 w 12397280"/>
              <a:gd name="connsiteY6" fmla="*/ 271231 h 1795231"/>
              <a:gd name="connsiteX7" fmla="*/ 4807383 w 12397280"/>
              <a:gd name="connsiteY7" fmla="*/ 19771 h 1795231"/>
              <a:gd name="connsiteX8" fmla="*/ 2346123 w 12397280"/>
              <a:gd name="connsiteY8" fmla="*/ 515071 h 1795231"/>
              <a:gd name="connsiteX9" fmla="*/ 6783 w 12397280"/>
              <a:gd name="connsiteY9" fmla="*/ 255991 h 1795231"/>
              <a:gd name="connsiteX0" fmla="*/ 6783 w 12397280"/>
              <a:gd name="connsiteY0" fmla="*/ 255991 h 1757131"/>
              <a:gd name="connsiteX1" fmla="*/ 6783 w 12397280"/>
              <a:gd name="connsiteY1" fmla="*/ 1726651 h 1757131"/>
              <a:gd name="connsiteX2" fmla="*/ 6102783 w 12397280"/>
              <a:gd name="connsiteY2" fmla="*/ 1757131 h 1757131"/>
              <a:gd name="connsiteX3" fmla="*/ 12175923 w 12397280"/>
              <a:gd name="connsiteY3" fmla="*/ 271231 h 1757131"/>
              <a:gd name="connsiteX4" fmla="*/ 10811943 w 12397280"/>
              <a:gd name="connsiteY4" fmla="*/ 19771 h 1757131"/>
              <a:gd name="connsiteX5" fmla="*/ 8312583 w 12397280"/>
              <a:gd name="connsiteY5" fmla="*/ 530311 h 1757131"/>
              <a:gd name="connsiteX6" fmla="*/ 6102783 w 12397280"/>
              <a:gd name="connsiteY6" fmla="*/ 271231 h 1757131"/>
              <a:gd name="connsiteX7" fmla="*/ 4807383 w 12397280"/>
              <a:gd name="connsiteY7" fmla="*/ 19771 h 1757131"/>
              <a:gd name="connsiteX8" fmla="*/ 2346123 w 12397280"/>
              <a:gd name="connsiteY8" fmla="*/ 515071 h 1757131"/>
              <a:gd name="connsiteX9" fmla="*/ 6783 w 12397280"/>
              <a:gd name="connsiteY9" fmla="*/ 255991 h 1757131"/>
              <a:gd name="connsiteX0" fmla="*/ 6783 w 12397280"/>
              <a:gd name="connsiteY0" fmla="*/ 255991 h 1757131"/>
              <a:gd name="connsiteX1" fmla="*/ 6783 w 12397280"/>
              <a:gd name="connsiteY1" fmla="*/ 1749511 h 1757131"/>
              <a:gd name="connsiteX2" fmla="*/ 6102783 w 12397280"/>
              <a:gd name="connsiteY2" fmla="*/ 1757131 h 1757131"/>
              <a:gd name="connsiteX3" fmla="*/ 12175923 w 12397280"/>
              <a:gd name="connsiteY3" fmla="*/ 271231 h 1757131"/>
              <a:gd name="connsiteX4" fmla="*/ 10811943 w 12397280"/>
              <a:gd name="connsiteY4" fmla="*/ 19771 h 1757131"/>
              <a:gd name="connsiteX5" fmla="*/ 8312583 w 12397280"/>
              <a:gd name="connsiteY5" fmla="*/ 530311 h 1757131"/>
              <a:gd name="connsiteX6" fmla="*/ 6102783 w 12397280"/>
              <a:gd name="connsiteY6" fmla="*/ 271231 h 1757131"/>
              <a:gd name="connsiteX7" fmla="*/ 4807383 w 12397280"/>
              <a:gd name="connsiteY7" fmla="*/ 19771 h 1757131"/>
              <a:gd name="connsiteX8" fmla="*/ 2346123 w 12397280"/>
              <a:gd name="connsiteY8" fmla="*/ 515071 h 1757131"/>
              <a:gd name="connsiteX9" fmla="*/ 6783 w 12397280"/>
              <a:gd name="connsiteY9" fmla="*/ 255991 h 1757131"/>
              <a:gd name="connsiteX0" fmla="*/ 0 w 12390497"/>
              <a:gd name="connsiteY0" fmla="*/ 255991 h 1757131"/>
              <a:gd name="connsiteX1" fmla="*/ 15240 w 12390497"/>
              <a:gd name="connsiteY1" fmla="*/ 1757131 h 1757131"/>
              <a:gd name="connsiteX2" fmla="*/ 6096000 w 12390497"/>
              <a:gd name="connsiteY2" fmla="*/ 1757131 h 1757131"/>
              <a:gd name="connsiteX3" fmla="*/ 12169140 w 12390497"/>
              <a:gd name="connsiteY3" fmla="*/ 271231 h 1757131"/>
              <a:gd name="connsiteX4" fmla="*/ 10805160 w 12390497"/>
              <a:gd name="connsiteY4" fmla="*/ 19771 h 1757131"/>
              <a:gd name="connsiteX5" fmla="*/ 8305800 w 12390497"/>
              <a:gd name="connsiteY5" fmla="*/ 530311 h 1757131"/>
              <a:gd name="connsiteX6" fmla="*/ 6096000 w 12390497"/>
              <a:gd name="connsiteY6" fmla="*/ 271231 h 1757131"/>
              <a:gd name="connsiteX7" fmla="*/ 4800600 w 12390497"/>
              <a:gd name="connsiteY7" fmla="*/ 19771 h 1757131"/>
              <a:gd name="connsiteX8" fmla="*/ 2339340 w 12390497"/>
              <a:gd name="connsiteY8" fmla="*/ 515071 h 1757131"/>
              <a:gd name="connsiteX9" fmla="*/ 0 w 12390497"/>
              <a:gd name="connsiteY9" fmla="*/ 255991 h 1757131"/>
              <a:gd name="connsiteX0" fmla="*/ 1046 w 12391543"/>
              <a:gd name="connsiteY0" fmla="*/ 255991 h 1757131"/>
              <a:gd name="connsiteX1" fmla="*/ 8666 w 12391543"/>
              <a:gd name="connsiteY1" fmla="*/ 1757131 h 1757131"/>
              <a:gd name="connsiteX2" fmla="*/ 6097046 w 12391543"/>
              <a:gd name="connsiteY2" fmla="*/ 1757131 h 1757131"/>
              <a:gd name="connsiteX3" fmla="*/ 12170186 w 12391543"/>
              <a:gd name="connsiteY3" fmla="*/ 271231 h 1757131"/>
              <a:gd name="connsiteX4" fmla="*/ 10806206 w 12391543"/>
              <a:gd name="connsiteY4" fmla="*/ 19771 h 1757131"/>
              <a:gd name="connsiteX5" fmla="*/ 8306846 w 12391543"/>
              <a:gd name="connsiteY5" fmla="*/ 530311 h 1757131"/>
              <a:gd name="connsiteX6" fmla="*/ 6097046 w 12391543"/>
              <a:gd name="connsiteY6" fmla="*/ 271231 h 1757131"/>
              <a:gd name="connsiteX7" fmla="*/ 4801646 w 12391543"/>
              <a:gd name="connsiteY7" fmla="*/ 19771 h 1757131"/>
              <a:gd name="connsiteX8" fmla="*/ 2340386 w 12391543"/>
              <a:gd name="connsiteY8" fmla="*/ 515071 h 1757131"/>
              <a:gd name="connsiteX9" fmla="*/ 1046 w 12391543"/>
              <a:gd name="connsiteY9" fmla="*/ 255991 h 1757131"/>
              <a:gd name="connsiteX0" fmla="*/ 13204 w 12403701"/>
              <a:gd name="connsiteY0" fmla="*/ 255991 h 1757131"/>
              <a:gd name="connsiteX1" fmla="*/ 5584 w 12403701"/>
              <a:gd name="connsiteY1" fmla="*/ 1749511 h 1757131"/>
              <a:gd name="connsiteX2" fmla="*/ 6109204 w 12403701"/>
              <a:gd name="connsiteY2" fmla="*/ 1757131 h 1757131"/>
              <a:gd name="connsiteX3" fmla="*/ 12182344 w 12403701"/>
              <a:gd name="connsiteY3" fmla="*/ 271231 h 1757131"/>
              <a:gd name="connsiteX4" fmla="*/ 10818364 w 12403701"/>
              <a:gd name="connsiteY4" fmla="*/ 19771 h 1757131"/>
              <a:gd name="connsiteX5" fmla="*/ 8319004 w 12403701"/>
              <a:gd name="connsiteY5" fmla="*/ 530311 h 1757131"/>
              <a:gd name="connsiteX6" fmla="*/ 6109204 w 12403701"/>
              <a:gd name="connsiteY6" fmla="*/ 271231 h 1757131"/>
              <a:gd name="connsiteX7" fmla="*/ 4813804 w 12403701"/>
              <a:gd name="connsiteY7" fmla="*/ 19771 h 1757131"/>
              <a:gd name="connsiteX8" fmla="*/ 2352544 w 12403701"/>
              <a:gd name="connsiteY8" fmla="*/ 515071 h 1757131"/>
              <a:gd name="connsiteX9" fmla="*/ 13204 w 12403701"/>
              <a:gd name="connsiteY9" fmla="*/ 255991 h 1757131"/>
              <a:gd name="connsiteX0" fmla="*/ 14050 w 12404547"/>
              <a:gd name="connsiteY0" fmla="*/ 255991 h 1757131"/>
              <a:gd name="connsiteX1" fmla="*/ 6430 w 12404547"/>
              <a:gd name="connsiteY1" fmla="*/ 1749511 h 1757131"/>
              <a:gd name="connsiteX2" fmla="*/ 6110050 w 12404547"/>
              <a:gd name="connsiteY2" fmla="*/ 1757131 h 1757131"/>
              <a:gd name="connsiteX3" fmla="*/ 12183190 w 12404547"/>
              <a:gd name="connsiteY3" fmla="*/ 271231 h 1757131"/>
              <a:gd name="connsiteX4" fmla="*/ 10819210 w 12404547"/>
              <a:gd name="connsiteY4" fmla="*/ 19771 h 1757131"/>
              <a:gd name="connsiteX5" fmla="*/ 8319850 w 12404547"/>
              <a:gd name="connsiteY5" fmla="*/ 530311 h 1757131"/>
              <a:gd name="connsiteX6" fmla="*/ 6110050 w 12404547"/>
              <a:gd name="connsiteY6" fmla="*/ 271231 h 1757131"/>
              <a:gd name="connsiteX7" fmla="*/ 4814650 w 12404547"/>
              <a:gd name="connsiteY7" fmla="*/ 19771 h 1757131"/>
              <a:gd name="connsiteX8" fmla="*/ 2353390 w 12404547"/>
              <a:gd name="connsiteY8" fmla="*/ 515071 h 1757131"/>
              <a:gd name="connsiteX9" fmla="*/ 14050 w 1240454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49511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49511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1270 w 12391767"/>
              <a:gd name="connsiteY0" fmla="*/ 255991 h 1757131"/>
              <a:gd name="connsiteX1" fmla="*/ 0 w 12391767"/>
              <a:gd name="connsiteY1" fmla="*/ 1752686 h 1757131"/>
              <a:gd name="connsiteX2" fmla="*/ 6097270 w 12391767"/>
              <a:gd name="connsiteY2" fmla="*/ 1757131 h 1757131"/>
              <a:gd name="connsiteX3" fmla="*/ 12170410 w 12391767"/>
              <a:gd name="connsiteY3" fmla="*/ 271231 h 1757131"/>
              <a:gd name="connsiteX4" fmla="*/ 10806430 w 12391767"/>
              <a:gd name="connsiteY4" fmla="*/ 19771 h 1757131"/>
              <a:gd name="connsiteX5" fmla="*/ 8307070 w 12391767"/>
              <a:gd name="connsiteY5" fmla="*/ 530311 h 1757131"/>
              <a:gd name="connsiteX6" fmla="*/ 6097270 w 12391767"/>
              <a:gd name="connsiteY6" fmla="*/ 271231 h 1757131"/>
              <a:gd name="connsiteX7" fmla="*/ 4801870 w 12391767"/>
              <a:gd name="connsiteY7" fmla="*/ 19771 h 1757131"/>
              <a:gd name="connsiteX8" fmla="*/ 2340610 w 12391767"/>
              <a:gd name="connsiteY8" fmla="*/ 515071 h 1757131"/>
              <a:gd name="connsiteX9" fmla="*/ 1270 w 1239176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2686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2686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2686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2686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4445 w 12394942"/>
              <a:gd name="connsiteY0" fmla="*/ 255991 h 1757131"/>
              <a:gd name="connsiteX1" fmla="*/ 0 w 12394942"/>
              <a:gd name="connsiteY1" fmla="*/ 1755861 h 1757131"/>
              <a:gd name="connsiteX2" fmla="*/ 6100445 w 12394942"/>
              <a:gd name="connsiteY2" fmla="*/ 1757131 h 1757131"/>
              <a:gd name="connsiteX3" fmla="*/ 12173585 w 12394942"/>
              <a:gd name="connsiteY3" fmla="*/ 271231 h 1757131"/>
              <a:gd name="connsiteX4" fmla="*/ 10809605 w 12394942"/>
              <a:gd name="connsiteY4" fmla="*/ 19771 h 1757131"/>
              <a:gd name="connsiteX5" fmla="*/ 8310245 w 12394942"/>
              <a:gd name="connsiteY5" fmla="*/ 530311 h 1757131"/>
              <a:gd name="connsiteX6" fmla="*/ 6100445 w 12394942"/>
              <a:gd name="connsiteY6" fmla="*/ 271231 h 1757131"/>
              <a:gd name="connsiteX7" fmla="*/ 4805045 w 12394942"/>
              <a:gd name="connsiteY7" fmla="*/ 19771 h 1757131"/>
              <a:gd name="connsiteX8" fmla="*/ 2343785 w 12394942"/>
              <a:gd name="connsiteY8" fmla="*/ 515071 h 1757131"/>
              <a:gd name="connsiteX9" fmla="*/ 4445 w 12394942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5861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5861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0 w 12390497"/>
              <a:gd name="connsiteY0" fmla="*/ 255991 h 1757131"/>
              <a:gd name="connsiteX1" fmla="*/ 1905 w 12390497"/>
              <a:gd name="connsiteY1" fmla="*/ 1755861 h 1757131"/>
              <a:gd name="connsiteX2" fmla="*/ 6096000 w 12390497"/>
              <a:gd name="connsiteY2" fmla="*/ 1757131 h 1757131"/>
              <a:gd name="connsiteX3" fmla="*/ 12169140 w 12390497"/>
              <a:gd name="connsiteY3" fmla="*/ 271231 h 1757131"/>
              <a:gd name="connsiteX4" fmla="*/ 10805160 w 12390497"/>
              <a:gd name="connsiteY4" fmla="*/ 19771 h 1757131"/>
              <a:gd name="connsiteX5" fmla="*/ 8305800 w 12390497"/>
              <a:gd name="connsiteY5" fmla="*/ 530311 h 1757131"/>
              <a:gd name="connsiteX6" fmla="*/ 6096000 w 12390497"/>
              <a:gd name="connsiteY6" fmla="*/ 271231 h 1757131"/>
              <a:gd name="connsiteX7" fmla="*/ 4800600 w 12390497"/>
              <a:gd name="connsiteY7" fmla="*/ 19771 h 1757131"/>
              <a:gd name="connsiteX8" fmla="*/ 2339340 w 12390497"/>
              <a:gd name="connsiteY8" fmla="*/ 515071 h 1757131"/>
              <a:gd name="connsiteX9" fmla="*/ 0 w 12390497"/>
              <a:gd name="connsiteY9" fmla="*/ 255991 h 1757131"/>
              <a:gd name="connsiteX0" fmla="*/ 4445 w 12394942"/>
              <a:gd name="connsiteY0" fmla="*/ 255991 h 1759036"/>
              <a:gd name="connsiteX1" fmla="*/ 0 w 12394942"/>
              <a:gd name="connsiteY1" fmla="*/ 1759036 h 1759036"/>
              <a:gd name="connsiteX2" fmla="*/ 6100445 w 12394942"/>
              <a:gd name="connsiteY2" fmla="*/ 1757131 h 1759036"/>
              <a:gd name="connsiteX3" fmla="*/ 12173585 w 12394942"/>
              <a:gd name="connsiteY3" fmla="*/ 271231 h 1759036"/>
              <a:gd name="connsiteX4" fmla="*/ 10809605 w 12394942"/>
              <a:gd name="connsiteY4" fmla="*/ 19771 h 1759036"/>
              <a:gd name="connsiteX5" fmla="*/ 8310245 w 12394942"/>
              <a:gd name="connsiteY5" fmla="*/ 530311 h 1759036"/>
              <a:gd name="connsiteX6" fmla="*/ 6100445 w 12394942"/>
              <a:gd name="connsiteY6" fmla="*/ 271231 h 1759036"/>
              <a:gd name="connsiteX7" fmla="*/ 4805045 w 12394942"/>
              <a:gd name="connsiteY7" fmla="*/ 19771 h 1759036"/>
              <a:gd name="connsiteX8" fmla="*/ 2343785 w 12394942"/>
              <a:gd name="connsiteY8" fmla="*/ 515071 h 1759036"/>
              <a:gd name="connsiteX9" fmla="*/ 4445 w 12394942"/>
              <a:gd name="connsiteY9" fmla="*/ 255991 h 1759036"/>
              <a:gd name="connsiteX0" fmla="*/ 1270 w 12394942"/>
              <a:gd name="connsiteY0" fmla="*/ 259166 h 1759036"/>
              <a:gd name="connsiteX1" fmla="*/ 0 w 12394942"/>
              <a:gd name="connsiteY1" fmla="*/ 1759036 h 1759036"/>
              <a:gd name="connsiteX2" fmla="*/ 6100445 w 12394942"/>
              <a:gd name="connsiteY2" fmla="*/ 1757131 h 1759036"/>
              <a:gd name="connsiteX3" fmla="*/ 12173585 w 12394942"/>
              <a:gd name="connsiteY3" fmla="*/ 271231 h 1759036"/>
              <a:gd name="connsiteX4" fmla="*/ 10809605 w 12394942"/>
              <a:gd name="connsiteY4" fmla="*/ 19771 h 1759036"/>
              <a:gd name="connsiteX5" fmla="*/ 8310245 w 12394942"/>
              <a:gd name="connsiteY5" fmla="*/ 530311 h 1759036"/>
              <a:gd name="connsiteX6" fmla="*/ 6100445 w 12394942"/>
              <a:gd name="connsiteY6" fmla="*/ 271231 h 1759036"/>
              <a:gd name="connsiteX7" fmla="*/ 4805045 w 12394942"/>
              <a:gd name="connsiteY7" fmla="*/ 19771 h 1759036"/>
              <a:gd name="connsiteX8" fmla="*/ 2343785 w 12394942"/>
              <a:gd name="connsiteY8" fmla="*/ 515071 h 1759036"/>
              <a:gd name="connsiteX9" fmla="*/ 1270 w 12394942"/>
              <a:gd name="connsiteY9" fmla="*/ 259166 h 1759036"/>
              <a:gd name="connsiteX0" fmla="*/ 1270 w 12394942"/>
              <a:gd name="connsiteY0" fmla="*/ 259166 h 1759036"/>
              <a:gd name="connsiteX1" fmla="*/ 0 w 12394942"/>
              <a:gd name="connsiteY1" fmla="*/ 1759036 h 1759036"/>
              <a:gd name="connsiteX2" fmla="*/ 6100445 w 12394942"/>
              <a:gd name="connsiteY2" fmla="*/ 1757131 h 1759036"/>
              <a:gd name="connsiteX3" fmla="*/ 12173585 w 12394942"/>
              <a:gd name="connsiteY3" fmla="*/ 271231 h 1759036"/>
              <a:gd name="connsiteX4" fmla="*/ 10809605 w 12394942"/>
              <a:gd name="connsiteY4" fmla="*/ 19771 h 1759036"/>
              <a:gd name="connsiteX5" fmla="*/ 8310245 w 12394942"/>
              <a:gd name="connsiteY5" fmla="*/ 530311 h 1759036"/>
              <a:gd name="connsiteX6" fmla="*/ 6100445 w 12394942"/>
              <a:gd name="connsiteY6" fmla="*/ 271231 h 1759036"/>
              <a:gd name="connsiteX7" fmla="*/ 4805045 w 12394942"/>
              <a:gd name="connsiteY7" fmla="*/ 19771 h 1759036"/>
              <a:gd name="connsiteX8" fmla="*/ 2343785 w 12394942"/>
              <a:gd name="connsiteY8" fmla="*/ 515071 h 1759036"/>
              <a:gd name="connsiteX9" fmla="*/ 1270 w 12394942"/>
              <a:gd name="connsiteY9" fmla="*/ 259166 h 1759036"/>
              <a:gd name="connsiteX0" fmla="*/ 1270 w 12173585"/>
              <a:gd name="connsiteY0" fmla="*/ 258669 h 1758539"/>
              <a:gd name="connsiteX1" fmla="*/ 0 w 12173585"/>
              <a:gd name="connsiteY1" fmla="*/ 1758539 h 1758539"/>
              <a:gd name="connsiteX2" fmla="*/ 6100445 w 12173585"/>
              <a:gd name="connsiteY2" fmla="*/ 1756634 h 1758539"/>
              <a:gd name="connsiteX3" fmla="*/ 12173585 w 12173585"/>
              <a:gd name="connsiteY3" fmla="*/ 270734 h 1758539"/>
              <a:gd name="connsiteX4" fmla="*/ 10809605 w 12173585"/>
              <a:gd name="connsiteY4" fmla="*/ 19274 h 1758539"/>
              <a:gd name="connsiteX5" fmla="*/ 8310245 w 12173585"/>
              <a:gd name="connsiteY5" fmla="*/ 529814 h 1758539"/>
              <a:gd name="connsiteX6" fmla="*/ 6100445 w 12173585"/>
              <a:gd name="connsiteY6" fmla="*/ 270734 h 1758539"/>
              <a:gd name="connsiteX7" fmla="*/ 4805045 w 12173585"/>
              <a:gd name="connsiteY7" fmla="*/ 19274 h 1758539"/>
              <a:gd name="connsiteX8" fmla="*/ 2343785 w 12173585"/>
              <a:gd name="connsiteY8" fmla="*/ 514574 h 1758539"/>
              <a:gd name="connsiteX9" fmla="*/ 1270 w 12173585"/>
              <a:gd name="connsiteY9" fmla="*/ 258669 h 1758539"/>
              <a:gd name="connsiteX0" fmla="*/ 1270 w 12173585"/>
              <a:gd name="connsiteY0" fmla="*/ 244623 h 1744493"/>
              <a:gd name="connsiteX1" fmla="*/ 0 w 12173585"/>
              <a:gd name="connsiteY1" fmla="*/ 1744493 h 1744493"/>
              <a:gd name="connsiteX2" fmla="*/ 6100445 w 12173585"/>
              <a:gd name="connsiteY2" fmla="*/ 1742588 h 1744493"/>
              <a:gd name="connsiteX3" fmla="*/ 12173585 w 12173585"/>
              <a:gd name="connsiteY3" fmla="*/ 256688 h 1744493"/>
              <a:gd name="connsiteX4" fmla="*/ 10282555 w 12173585"/>
              <a:gd name="connsiteY4" fmla="*/ 186203 h 1744493"/>
              <a:gd name="connsiteX5" fmla="*/ 8310245 w 12173585"/>
              <a:gd name="connsiteY5" fmla="*/ 515768 h 1744493"/>
              <a:gd name="connsiteX6" fmla="*/ 6100445 w 12173585"/>
              <a:gd name="connsiteY6" fmla="*/ 256688 h 1744493"/>
              <a:gd name="connsiteX7" fmla="*/ 4805045 w 12173585"/>
              <a:gd name="connsiteY7" fmla="*/ 5228 h 1744493"/>
              <a:gd name="connsiteX8" fmla="*/ 2343785 w 12173585"/>
              <a:gd name="connsiteY8" fmla="*/ 500528 h 1744493"/>
              <a:gd name="connsiteX9" fmla="*/ 1270 w 12173585"/>
              <a:gd name="connsiteY9" fmla="*/ 244623 h 1744493"/>
              <a:gd name="connsiteX0" fmla="*/ 1270 w 12208510"/>
              <a:gd name="connsiteY0" fmla="*/ 244623 h 1744493"/>
              <a:gd name="connsiteX1" fmla="*/ 0 w 12208510"/>
              <a:gd name="connsiteY1" fmla="*/ 1744493 h 1744493"/>
              <a:gd name="connsiteX2" fmla="*/ 6100445 w 12208510"/>
              <a:gd name="connsiteY2" fmla="*/ 1742588 h 1744493"/>
              <a:gd name="connsiteX3" fmla="*/ 12208510 w 12208510"/>
              <a:gd name="connsiteY3" fmla="*/ 590063 h 1744493"/>
              <a:gd name="connsiteX4" fmla="*/ 10282555 w 12208510"/>
              <a:gd name="connsiteY4" fmla="*/ 186203 h 1744493"/>
              <a:gd name="connsiteX5" fmla="*/ 8310245 w 12208510"/>
              <a:gd name="connsiteY5" fmla="*/ 515768 h 1744493"/>
              <a:gd name="connsiteX6" fmla="*/ 6100445 w 12208510"/>
              <a:gd name="connsiteY6" fmla="*/ 256688 h 1744493"/>
              <a:gd name="connsiteX7" fmla="*/ 4805045 w 12208510"/>
              <a:gd name="connsiteY7" fmla="*/ 5228 h 1744493"/>
              <a:gd name="connsiteX8" fmla="*/ 2343785 w 12208510"/>
              <a:gd name="connsiteY8" fmla="*/ 500528 h 1744493"/>
              <a:gd name="connsiteX9" fmla="*/ 1270 w 12208510"/>
              <a:gd name="connsiteY9" fmla="*/ 244623 h 1744493"/>
              <a:gd name="connsiteX0" fmla="*/ 1270 w 12208510"/>
              <a:gd name="connsiteY0" fmla="*/ 244623 h 1744493"/>
              <a:gd name="connsiteX1" fmla="*/ 0 w 12208510"/>
              <a:gd name="connsiteY1" fmla="*/ 1744493 h 1744493"/>
              <a:gd name="connsiteX2" fmla="*/ 6100445 w 12208510"/>
              <a:gd name="connsiteY2" fmla="*/ 1742588 h 1744493"/>
              <a:gd name="connsiteX3" fmla="*/ 8620126 w 12208510"/>
              <a:gd name="connsiteY3" fmla="*/ 1380638 h 1744493"/>
              <a:gd name="connsiteX4" fmla="*/ 12208510 w 12208510"/>
              <a:gd name="connsiteY4" fmla="*/ 590063 h 1744493"/>
              <a:gd name="connsiteX5" fmla="*/ 10282555 w 12208510"/>
              <a:gd name="connsiteY5" fmla="*/ 186203 h 1744493"/>
              <a:gd name="connsiteX6" fmla="*/ 8310245 w 12208510"/>
              <a:gd name="connsiteY6" fmla="*/ 515768 h 1744493"/>
              <a:gd name="connsiteX7" fmla="*/ 6100445 w 12208510"/>
              <a:gd name="connsiteY7" fmla="*/ 256688 h 1744493"/>
              <a:gd name="connsiteX8" fmla="*/ 4805045 w 12208510"/>
              <a:gd name="connsiteY8" fmla="*/ 5228 h 1744493"/>
              <a:gd name="connsiteX9" fmla="*/ 2343785 w 12208510"/>
              <a:gd name="connsiteY9" fmla="*/ 500528 h 1744493"/>
              <a:gd name="connsiteX10" fmla="*/ 1270 w 12208510"/>
              <a:gd name="connsiteY10" fmla="*/ 244623 h 1744493"/>
              <a:gd name="connsiteX0" fmla="*/ 1270 w 12215637"/>
              <a:gd name="connsiteY0" fmla="*/ 244623 h 1744493"/>
              <a:gd name="connsiteX1" fmla="*/ 0 w 12215637"/>
              <a:gd name="connsiteY1" fmla="*/ 1744493 h 1744493"/>
              <a:gd name="connsiteX2" fmla="*/ 6100445 w 12215637"/>
              <a:gd name="connsiteY2" fmla="*/ 1742588 h 1744493"/>
              <a:gd name="connsiteX3" fmla="*/ 11658601 w 12215637"/>
              <a:gd name="connsiteY3" fmla="*/ 1523513 h 1744493"/>
              <a:gd name="connsiteX4" fmla="*/ 12208510 w 12215637"/>
              <a:gd name="connsiteY4" fmla="*/ 590063 h 1744493"/>
              <a:gd name="connsiteX5" fmla="*/ 10282555 w 12215637"/>
              <a:gd name="connsiteY5" fmla="*/ 186203 h 1744493"/>
              <a:gd name="connsiteX6" fmla="*/ 8310245 w 12215637"/>
              <a:gd name="connsiteY6" fmla="*/ 515768 h 1744493"/>
              <a:gd name="connsiteX7" fmla="*/ 6100445 w 12215637"/>
              <a:gd name="connsiteY7" fmla="*/ 256688 h 1744493"/>
              <a:gd name="connsiteX8" fmla="*/ 4805045 w 12215637"/>
              <a:gd name="connsiteY8" fmla="*/ 5228 h 1744493"/>
              <a:gd name="connsiteX9" fmla="*/ 2343785 w 12215637"/>
              <a:gd name="connsiteY9" fmla="*/ 500528 h 1744493"/>
              <a:gd name="connsiteX10" fmla="*/ 1270 w 12215637"/>
              <a:gd name="connsiteY10" fmla="*/ 244623 h 1744493"/>
              <a:gd name="connsiteX0" fmla="*/ 1270 w 12215637"/>
              <a:gd name="connsiteY0" fmla="*/ 244623 h 1744493"/>
              <a:gd name="connsiteX1" fmla="*/ 0 w 12215637"/>
              <a:gd name="connsiteY1" fmla="*/ 1744493 h 1744493"/>
              <a:gd name="connsiteX2" fmla="*/ 6100445 w 12215637"/>
              <a:gd name="connsiteY2" fmla="*/ 1742588 h 1744493"/>
              <a:gd name="connsiteX3" fmla="*/ 11658601 w 12215637"/>
              <a:gd name="connsiteY3" fmla="*/ 1523513 h 1744493"/>
              <a:gd name="connsiteX4" fmla="*/ 12208510 w 12215637"/>
              <a:gd name="connsiteY4" fmla="*/ 590063 h 1744493"/>
              <a:gd name="connsiteX5" fmla="*/ 10282555 w 12215637"/>
              <a:gd name="connsiteY5" fmla="*/ 186203 h 1744493"/>
              <a:gd name="connsiteX6" fmla="*/ 8310245 w 12215637"/>
              <a:gd name="connsiteY6" fmla="*/ 515768 h 1744493"/>
              <a:gd name="connsiteX7" fmla="*/ 6100445 w 12215637"/>
              <a:gd name="connsiteY7" fmla="*/ 256688 h 1744493"/>
              <a:gd name="connsiteX8" fmla="*/ 4805045 w 12215637"/>
              <a:gd name="connsiteY8" fmla="*/ 5228 h 1744493"/>
              <a:gd name="connsiteX9" fmla="*/ 2343785 w 12215637"/>
              <a:gd name="connsiteY9" fmla="*/ 500528 h 1744493"/>
              <a:gd name="connsiteX10" fmla="*/ 1270 w 12215637"/>
              <a:gd name="connsiteY10" fmla="*/ 244623 h 1744493"/>
              <a:gd name="connsiteX0" fmla="*/ 1270 w 12208510"/>
              <a:gd name="connsiteY0" fmla="*/ 244623 h 1882288"/>
              <a:gd name="connsiteX1" fmla="*/ 0 w 12208510"/>
              <a:gd name="connsiteY1" fmla="*/ 1744493 h 1882288"/>
              <a:gd name="connsiteX2" fmla="*/ 6100445 w 12208510"/>
              <a:gd name="connsiteY2" fmla="*/ 1742588 h 1882288"/>
              <a:gd name="connsiteX3" fmla="*/ 11528426 w 12208510"/>
              <a:gd name="connsiteY3" fmla="*/ 1882288 h 1882288"/>
              <a:gd name="connsiteX4" fmla="*/ 12208510 w 12208510"/>
              <a:gd name="connsiteY4" fmla="*/ 590063 h 1882288"/>
              <a:gd name="connsiteX5" fmla="*/ 10282555 w 12208510"/>
              <a:gd name="connsiteY5" fmla="*/ 186203 h 1882288"/>
              <a:gd name="connsiteX6" fmla="*/ 8310245 w 12208510"/>
              <a:gd name="connsiteY6" fmla="*/ 515768 h 1882288"/>
              <a:gd name="connsiteX7" fmla="*/ 6100445 w 12208510"/>
              <a:gd name="connsiteY7" fmla="*/ 256688 h 1882288"/>
              <a:gd name="connsiteX8" fmla="*/ 4805045 w 12208510"/>
              <a:gd name="connsiteY8" fmla="*/ 5228 h 1882288"/>
              <a:gd name="connsiteX9" fmla="*/ 2343785 w 12208510"/>
              <a:gd name="connsiteY9" fmla="*/ 500528 h 1882288"/>
              <a:gd name="connsiteX10" fmla="*/ 1270 w 12208510"/>
              <a:gd name="connsiteY10" fmla="*/ 244623 h 1882288"/>
              <a:gd name="connsiteX0" fmla="*/ 1270 w 12208510"/>
              <a:gd name="connsiteY0" fmla="*/ 244623 h 1891813"/>
              <a:gd name="connsiteX1" fmla="*/ 0 w 12208510"/>
              <a:gd name="connsiteY1" fmla="*/ 1744493 h 1891813"/>
              <a:gd name="connsiteX2" fmla="*/ 6100445 w 12208510"/>
              <a:gd name="connsiteY2" fmla="*/ 1742588 h 1891813"/>
              <a:gd name="connsiteX3" fmla="*/ 10918826 w 12208510"/>
              <a:gd name="connsiteY3" fmla="*/ 1891813 h 1891813"/>
              <a:gd name="connsiteX4" fmla="*/ 12208510 w 12208510"/>
              <a:gd name="connsiteY4" fmla="*/ 590063 h 1891813"/>
              <a:gd name="connsiteX5" fmla="*/ 10282555 w 12208510"/>
              <a:gd name="connsiteY5" fmla="*/ 186203 h 1891813"/>
              <a:gd name="connsiteX6" fmla="*/ 8310245 w 12208510"/>
              <a:gd name="connsiteY6" fmla="*/ 515768 h 1891813"/>
              <a:gd name="connsiteX7" fmla="*/ 6100445 w 12208510"/>
              <a:gd name="connsiteY7" fmla="*/ 256688 h 1891813"/>
              <a:gd name="connsiteX8" fmla="*/ 4805045 w 12208510"/>
              <a:gd name="connsiteY8" fmla="*/ 5228 h 1891813"/>
              <a:gd name="connsiteX9" fmla="*/ 2343785 w 12208510"/>
              <a:gd name="connsiteY9" fmla="*/ 500528 h 1891813"/>
              <a:gd name="connsiteX10" fmla="*/ 1270 w 12208510"/>
              <a:gd name="connsiteY10" fmla="*/ 244623 h 1891813"/>
              <a:gd name="connsiteX0" fmla="*/ 1270 w 12208510"/>
              <a:gd name="connsiteY0" fmla="*/ 244623 h 1891813"/>
              <a:gd name="connsiteX1" fmla="*/ 0 w 12208510"/>
              <a:gd name="connsiteY1" fmla="*/ 1744493 h 1891813"/>
              <a:gd name="connsiteX2" fmla="*/ 6100445 w 12208510"/>
              <a:gd name="connsiteY2" fmla="*/ 1742588 h 1891813"/>
              <a:gd name="connsiteX3" fmla="*/ 10918826 w 12208510"/>
              <a:gd name="connsiteY3" fmla="*/ 1891813 h 1891813"/>
              <a:gd name="connsiteX4" fmla="*/ 12208510 w 12208510"/>
              <a:gd name="connsiteY4" fmla="*/ 590063 h 1891813"/>
              <a:gd name="connsiteX5" fmla="*/ 10282555 w 12208510"/>
              <a:gd name="connsiteY5" fmla="*/ 186203 h 1891813"/>
              <a:gd name="connsiteX6" fmla="*/ 8310245 w 12208510"/>
              <a:gd name="connsiteY6" fmla="*/ 515768 h 1891813"/>
              <a:gd name="connsiteX7" fmla="*/ 6100445 w 12208510"/>
              <a:gd name="connsiteY7" fmla="*/ 256688 h 1891813"/>
              <a:gd name="connsiteX8" fmla="*/ 4805045 w 12208510"/>
              <a:gd name="connsiteY8" fmla="*/ 5228 h 1891813"/>
              <a:gd name="connsiteX9" fmla="*/ 2343785 w 12208510"/>
              <a:gd name="connsiteY9" fmla="*/ 500528 h 1891813"/>
              <a:gd name="connsiteX10" fmla="*/ 1270 w 12208510"/>
              <a:gd name="connsiteY10" fmla="*/ 244623 h 1891813"/>
              <a:gd name="connsiteX0" fmla="*/ 1270 w 12208510"/>
              <a:gd name="connsiteY0" fmla="*/ 244623 h 2056913"/>
              <a:gd name="connsiteX1" fmla="*/ 0 w 12208510"/>
              <a:gd name="connsiteY1" fmla="*/ 1744493 h 2056913"/>
              <a:gd name="connsiteX2" fmla="*/ 6100445 w 12208510"/>
              <a:gd name="connsiteY2" fmla="*/ 1742588 h 2056913"/>
              <a:gd name="connsiteX3" fmla="*/ 12185651 w 12208510"/>
              <a:gd name="connsiteY3" fmla="*/ 2056913 h 2056913"/>
              <a:gd name="connsiteX4" fmla="*/ 12208510 w 12208510"/>
              <a:gd name="connsiteY4" fmla="*/ 590063 h 2056913"/>
              <a:gd name="connsiteX5" fmla="*/ 10282555 w 12208510"/>
              <a:gd name="connsiteY5" fmla="*/ 186203 h 2056913"/>
              <a:gd name="connsiteX6" fmla="*/ 8310245 w 12208510"/>
              <a:gd name="connsiteY6" fmla="*/ 515768 h 2056913"/>
              <a:gd name="connsiteX7" fmla="*/ 6100445 w 12208510"/>
              <a:gd name="connsiteY7" fmla="*/ 256688 h 2056913"/>
              <a:gd name="connsiteX8" fmla="*/ 4805045 w 12208510"/>
              <a:gd name="connsiteY8" fmla="*/ 5228 h 2056913"/>
              <a:gd name="connsiteX9" fmla="*/ 2343785 w 12208510"/>
              <a:gd name="connsiteY9" fmla="*/ 500528 h 2056913"/>
              <a:gd name="connsiteX10" fmla="*/ 1270 w 12208510"/>
              <a:gd name="connsiteY10" fmla="*/ 244623 h 2056913"/>
              <a:gd name="connsiteX0" fmla="*/ 1270 w 12208510"/>
              <a:gd name="connsiteY0" fmla="*/ 244623 h 2056913"/>
              <a:gd name="connsiteX1" fmla="*/ 0 w 12208510"/>
              <a:gd name="connsiteY1" fmla="*/ 1744493 h 2056913"/>
              <a:gd name="connsiteX2" fmla="*/ 6100445 w 12208510"/>
              <a:gd name="connsiteY2" fmla="*/ 1742588 h 2056913"/>
              <a:gd name="connsiteX3" fmla="*/ 12185651 w 12208510"/>
              <a:gd name="connsiteY3" fmla="*/ 2056913 h 2056913"/>
              <a:gd name="connsiteX4" fmla="*/ 12208510 w 12208510"/>
              <a:gd name="connsiteY4" fmla="*/ 590063 h 2056913"/>
              <a:gd name="connsiteX5" fmla="*/ 10282555 w 12208510"/>
              <a:gd name="connsiteY5" fmla="*/ 186203 h 2056913"/>
              <a:gd name="connsiteX6" fmla="*/ 8310245 w 12208510"/>
              <a:gd name="connsiteY6" fmla="*/ 515768 h 2056913"/>
              <a:gd name="connsiteX7" fmla="*/ 6100445 w 12208510"/>
              <a:gd name="connsiteY7" fmla="*/ 256688 h 2056913"/>
              <a:gd name="connsiteX8" fmla="*/ 4805045 w 12208510"/>
              <a:gd name="connsiteY8" fmla="*/ 5228 h 2056913"/>
              <a:gd name="connsiteX9" fmla="*/ 2343785 w 12208510"/>
              <a:gd name="connsiteY9" fmla="*/ 500528 h 2056913"/>
              <a:gd name="connsiteX10" fmla="*/ 1270 w 122085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93238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2635"/>
              <a:gd name="connsiteY0" fmla="*/ 244623 h 2056913"/>
              <a:gd name="connsiteX1" fmla="*/ 0 w 12192635"/>
              <a:gd name="connsiteY1" fmla="*/ 1744493 h 2056913"/>
              <a:gd name="connsiteX2" fmla="*/ 6100445 w 12192635"/>
              <a:gd name="connsiteY2" fmla="*/ 1742588 h 2056913"/>
              <a:gd name="connsiteX3" fmla="*/ 12185651 w 12192635"/>
              <a:gd name="connsiteY3" fmla="*/ 2056913 h 2056913"/>
              <a:gd name="connsiteX4" fmla="*/ 12192635 w 12192635"/>
              <a:gd name="connsiteY4" fmla="*/ 580538 h 2056913"/>
              <a:gd name="connsiteX5" fmla="*/ 10282555 w 12192635"/>
              <a:gd name="connsiteY5" fmla="*/ 186203 h 2056913"/>
              <a:gd name="connsiteX6" fmla="*/ 8310245 w 12192635"/>
              <a:gd name="connsiteY6" fmla="*/ 515768 h 2056913"/>
              <a:gd name="connsiteX7" fmla="*/ 6100445 w 12192635"/>
              <a:gd name="connsiteY7" fmla="*/ 256688 h 2056913"/>
              <a:gd name="connsiteX8" fmla="*/ 4805045 w 12192635"/>
              <a:gd name="connsiteY8" fmla="*/ 5228 h 2056913"/>
              <a:gd name="connsiteX9" fmla="*/ 2343785 w 12192635"/>
              <a:gd name="connsiteY9" fmla="*/ 500528 h 2056913"/>
              <a:gd name="connsiteX10" fmla="*/ 1270 w 12192635"/>
              <a:gd name="connsiteY10" fmla="*/ 244623 h 2056913"/>
              <a:gd name="connsiteX0" fmla="*/ 1270 w 12186285"/>
              <a:gd name="connsiteY0" fmla="*/ 244623 h 2056913"/>
              <a:gd name="connsiteX1" fmla="*/ 0 w 12186285"/>
              <a:gd name="connsiteY1" fmla="*/ 1744493 h 2056913"/>
              <a:gd name="connsiteX2" fmla="*/ 6100445 w 12186285"/>
              <a:gd name="connsiteY2" fmla="*/ 1742588 h 2056913"/>
              <a:gd name="connsiteX3" fmla="*/ 12185651 w 12186285"/>
              <a:gd name="connsiteY3" fmla="*/ 2056913 h 2056913"/>
              <a:gd name="connsiteX4" fmla="*/ 12186285 w 12186285"/>
              <a:gd name="connsiteY4" fmla="*/ 586888 h 2056913"/>
              <a:gd name="connsiteX5" fmla="*/ 10282555 w 12186285"/>
              <a:gd name="connsiteY5" fmla="*/ 186203 h 2056913"/>
              <a:gd name="connsiteX6" fmla="*/ 8310245 w 12186285"/>
              <a:gd name="connsiteY6" fmla="*/ 515768 h 2056913"/>
              <a:gd name="connsiteX7" fmla="*/ 6100445 w 12186285"/>
              <a:gd name="connsiteY7" fmla="*/ 256688 h 2056913"/>
              <a:gd name="connsiteX8" fmla="*/ 4805045 w 12186285"/>
              <a:gd name="connsiteY8" fmla="*/ 5228 h 2056913"/>
              <a:gd name="connsiteX9" fmla="*/ 2343785 w 12186285"/>
              <a:gd name="connsiteY9" fmla="*/ 500528 h 2056913"/>
              <a:gd name="connsiteX10" fmla="*/ 1270 w 12186285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078220 w 12195810"/>
              <a:gd name="connsiteY2" fmla="*/ 2056913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078220 w 12195810"/>
              <a:gd name="connsiteY2" fmla="*/ 2056913 h 2056913"/>
              <a:gd name="connsiteX3" fmla="*/ 12182476 w 12195810"/>
              <a:gd name="connsiteY3" fmla="*/ 165686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656863 h 1744493"/>
              <a:gd name="connsiteX3" fmla="*/ 12195810 w 12195810"/>
              <a:gd name="connsiteY3" fmla="*/ 583713 h 1744493"/>
              <a:gd name="connsiteX4" fmla="*/ 10282555 w 12195810"/>
              <a:gd name="connsiteY4" fmla="*/ 186203 h 1744493"/>
              <a:gd name="connsiteX5" fmla="*/ 8310245 w 12195810"/>
              <a:gd name="connsiteY5" fmla="*/ 515768 h 1744493"/>
              <a:gd name="connsiteX6" fmla="*/ 6100445 w 12195810"/>
              <a:gd name="connsiteY6" fmla="*/ 256688 h 1744493"/>
              <a:gd name="connsiteX7" fmla="*/ 4805045 w 12195810"/>
              <a:gd name="connsiteY7" fmla="*/ 5228 h 1744493"/>
              <a:gd name="connsiteX8" fmla="*/ 2343785 w 12195810"/>
              <a:gd name="connsiteY8" fmla="*/ 500528 h 1744493"/>
              <a:gd name="connsiteX9" fmla="*/ 1270 w 12195810"/>
              <a:gd name="connsiteY9" fmla="*/ 244623 h 174449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733063 h 1744493"/>
              <a:gd name="connsiteX3" fmla="*/ 12195810 w 12195810"/>
              <a:gd name="connsiteY3" fmla="*/ 583713 h 1744493"/>
              <a:gd name="connsiteX4" fmla="*/ 10282555 w 12195810"/>
              <a:gd name="connsiteY4" fmla="*/ 186203 h 1744493"/>
              <a:gd name="connsiteX5" fmla="*/ 8310245 w 12195810"/>
              <a:gd name="connsiteY5" fmla="*/ 515768 h 1744493"/>
              <a:gd name="connsiteX6" fmla="*/ 6100445 w 12195810"/>
              <a:gd name="connsiteY6" fmla="*/ 256688 h 1744493"/>
              <a:gd name="connsiteX7" fmla="*/ 4805045 w 12195810"/>
              <a:gd name="connsiteY7" fmla="*/ 5228 h 1744493"/>
              <a:gd name="connsiteX8" fmla="*/ 2343785 w 12195810"/>
              <a:gd name="connsiteY8" fmla="*/ 500528 h 1744493"/>
              <a:gd name="connsiteX9" fmla="*/ 1270 w 12195810"/>
              <a:gd name="connsiteY9" fmla="*/ 244623 h 174449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733063 h 1744493"/>
              <a:gd name="connsiteX3" fmla="*/ 12195810 w 12195810"/>
              <a:gd name="connsiteY3" fmla="*/ 256053 h 1744493"/>
              <a:gd name="connsiteX4" fmla="*/ 10282555 w 12195810"/>
              <a:gd name="connsiteY4" fmla="*/ 186203 h 1744493"/>
              <a:gd name="connsiteX5" fmla="*/ 8310245 w 12195810"/>
              <a:gd name="connsiteY5" fmla="*/ 515768 h 1744493"/>
              <a:gd name="connsiteX6" fmla="*/ 6100445 w 12195810"/>
              <a:gd name="connsiteY6" fmla="*/ 256688 h 1744493"/>
              <a:gd name="connsiteX7" fmla="*/ 4805045 w 12195810"/>
              <a:gd name="connsiteY7" fmla="*/ 5228 h 1744493"/>
              <a:gd name="connsiteX8" fmla="*/ 2343785 w 12195810"/>
              <a:gd name="connsiteY8" fmla="*/ 500528 h 1744493"/>
              <a:gd name="connsiteX9" fmla="*/ 1270 w 12195810"/>
              <a:gd name="connsiteY9" fmla="*/ 244623 h 174449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733063 h 1744493"/>
              <a:gd name="connsiteX3" fmla="*/ 12195810 w 12195810"/>
              <a:gd name="connsiteY3" fmla="*/ 256053 h 1744493"/>
              <a:gd name="connsiteX4" fmla="*/ 10343515 w 12195810"/>
              <a:gd name="connsiteY4" fmla="*/ 102383 h 1744493"/>
              <a:gd name="connsiteX5" fmla="*/ 8310245 w 12195810"/>
              <a:gd name="connsiteY5" fmla="*/ 515768 h 1744493"/>
              <a:gd name="connsiteX6" fmla="*/ 6100445 w 12195810"/>
              <a:gd name="connsiteY6" fmla="*/ 256688 h 1744493"/>
              <a:gd name="connsiteX7" fmla="*/ 4805045 w 12195810"/>
              <a:gd name="connsiteY7" fmla="*/ 5228 h 1744493"/>
              <a:gd name="connsiteX8" fmla="*/ 2343785 w 12195810"/>
              <a:gd name="connsiteY8" fmla="*/ 500528 h 1744493"/>
              <a:gd name="connsiteX9" fmla="*/ 1270 w 12195810"/>
              <a:gd name="connsiteY9" fmla="*/ 244623 h 174449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733063 h 1744493"/>
              <a:gd name="connsiteX3" fmla="*/ 12195810 w 12195810"/>
              <a:gd name="connsiteY3" fmla="*/ 256053 h 1744493"/>
              <a:gd name="connsiteX4" fmla="*/ 8310245 w 12195810"/>
              <a:gd name="connsiteY4" fmla="*/ 515768 h 1744493"/>
              <a:gd name="connsiteX5" fmla="*/ 6100445 w 12195810"/>
              <a:gd name="connsiteY5" fmla="*/ 256688 h 1744493"/>
              <a:gd name="connsiteX6" fmla="*/ 4805045 w 12195810"/>
              <a:gd name="connsiteY6" fmla="*/ 5228 h 1744493"/>
              <a:gd name="connsiteX7" fmla="*/ 2343785 w 12195810"/>
              <a:gd name="connsiteY7" fmla="*/ 500528 h 1744493"/>
              <a:gd name="connsiteX8" fmla="*/ 1270 w 12195810"/>
              <a:gd name="connsiteY8" fmla="*/ 244623 h 1744493"/>
              <a:gd name="connsiteX0" fmla="*/ 1270 w 12195810"/>
              <a:gd name="connsiteY0" fmla="*/ 239406 h 1739276"/>
              <a:gd name="connsiteX1" fmla="*/ 0 w 12195810"/>
              <a:gd name="connsiteY1" fmla="*/ 1739276 h 1739276"/>
              <a:gd name="connsiteX2" fmla="*/ 12182476 w 12195810"/>
              <a:gd name="connsiteY2" fmla="*/ 1727846 h 1739276"/>
              <a:gd name="connsiteX3" fmla="*/ 12195810 w 12195810"/>
              <a:gd name="connsiteY3" fmla="*/ 250836 h 1739276"/>
              <a:gd name="connsiteX4" fmla="*/ 8310245 w 12195810"/>
              <a:gd name="connsiteY4" fmla="*/ 510551 h 1739276"/>
              <a:gd name="connsiteX5" fmla="*/ 4805045 w 12195810"/>
              <a:gd name="connsiteY5" fmla="*/ 11 h 1739276"/>
              <a:gd name="connsiteX6" fmla="*/ 2343785 w 12195810"/>
              <a:gd name="connsiteY6" fmla="*/ 495311 h 1739276"/>
              <a:gd name="connsiteX7" fmla="*/ 1270 w 12195810"/>
              <a:gd name="connsiteY7" fmla="*/ 239406 h 1739276"/>
              <a:gd name="connsiteX0" fmla="*/ 1270 w 12195810"/>
              <a:gd name="connsiteY0" fmla="*/ 239406 h 1739276"/>
              <a:gd name="connsiteX1" fmla="*/ 0 w 12195810"/>
              <a:gd name="connsiteY1" fmla="*/ 1739276 h 1739276"/>
              <a:gd name="connsiteX2" fmla="*/ 12182476 w 12195810"/>
              <a:gd name="connsiteY2" fmla="*/ 1727846 h 1739276"/>
              <a:gd name="connsiteX3" fmla="*/ 12195810 w 12195810"/>
              <a:gd name="connsiteY3" fmla="*/ 250836 h 1739276"/>
              <a:gd name="connsiteX4" fmla="*/ 8310245 w 12195810"/>
              <a:gd name="connsiteY4" fmla="*/ 510551 h 1739276"/>
              <a:gd name="connsiteX5" fmla="*/ 4805045 w 12195810"/>
              <a:gd name="connsiteY5" fmla="*/ 11 h 1739276"/>
              <a:gd name="connsiteX6" fmla="*/ 2343785 w 12195810"/>
              <a:gd name="connsiteY6" fmla="*/ 495311 h 1739276"/>
              <a:gd name="connsiteX7" fmla="*/ 1270 w 12195810"/>
              <a:gd name="connsiteY7" fmla="*/ 239406 h 1739276"/>
              <a:gd name="connsiteX0" fmla="*/ 1270 w 12195810"/>
              <a:gd name="connsiteY0" fmla="*/ 239406 h 1739276"/>
              <a:gd name="connsiteX1" fmla="*/ 0 w 12195810"/>
              <a:gd name="connsiteY1" fmla="*/ 1739276 h 1739276"/>
              <a:gd name="connsiteX2" fmla="*/ 12182476 w 12195810"/>
              <a:gd name="connsiteY2" fmla="*/ 1727846 h 1739276"/>
              <a:gd name="connsiteX3" fmla="*/ 12195810 w 12195810"/>
              <a:gd name="connsiteY3" fmla="*/ 250836 h 1739276"/>
              <a:gd name="connsiteX4" fmla="*/ 8234045 w 12195810"/>
              <a:gd name="connsiteY4" fmla="*/ 495311 h 1739276"/>
              <a:gd name="connsiteX5" fmla="*/ 4805045 w 12195810"/>
              <a:gd name="connsiteY5" fmla="*/ 11 h 1739276"/>
              <a:gd name="connsiteX6" fmla="*/ 2343785 w 12195810"/>
              <a:gd name="connsiteY6" fmla="*/ 495311 h 1739276"/>
              <a:gd name="connsiteX7" fmla="*/ 1270 w 12195810"/>
              <a:gd name="connsiteY7" fmla="*/ 239406 h 1739276"/>
              <a:gd name="connsiteX0" fmla="*/ 1270 w 12195810"/>
              <a:gd name="connsiteY0" fmla="*/ 240532 h 1740402"/>
              <a:gd name="connsiteX1" fmla="*/ 0 w 12195810"/>
              <a:gd name="connsiteY1" fmla="*/ 1740402 h 1740402"/>
              <a:gd name="connsiteX2" fmla="*/ 12182476 w 12195810"/>
              <a:gd name="connsiteY2" fmla="*/ 1728972 h 1740402"/>
              <a:gd name="connsiteX3" fmla="*/ 12195810 w 12195810"/>
              <a:gd name="connsiteY3" fmla="*/ 251962 h 1740402"/>
              <a:gd name="connsiteX4" fmla="*/ 8234045 w 12195810"/>
              <a:gd name="connsiteY4" fmla="*/ 496437 h 1740402"/>
              <a:gd name="connsiteX5" fmla="*/ 4805045 w 12195810"/>
              <a:gd name="connsiteY5" fmla="*/ 1137 h 1740402"/>
              <a:gd name="connsiteX6" fmla="*/ 2343785 w 12195810"/>
              <a:gd name="connsiteY6" fmla="*/ 496437 h 1740402"/>
              <a:gd name="connsiteX7" fmla="*/ 1270 w 12195810"/>
              <a:gd name="connsiteY7" fmla="*/ 240532 h 1740402"/>
              <a:gd name="connsiteX0" fmla="*/ 1270 w 12195810"/>
              <a:gd name="connsiteY0" fmla="*/ 239406 h 1739276"/>
              <a:gd name="connsiteX1" fmla="*/ 0 w 12195810"/>
              <a:gd name="connsiteY1" fmla="*/ 1739276 h 1739276"/>
              <a:gd name="connsiteX2" fmla="*/ 12182476 w 12195810"/>
              <a:gd name="connsiteY2" fmla="*/ 1727846 h 1739276"/>
              <a:gd name="connsiteX3" fmla="*/ 12195810 w 12195810"/>
              <a:gd name="connsiteY3" fmla="*/ 250836 h 1739276"/>
              <a:gd name="connsiteX4" fmla="*/ 8234045 w 12195810"/>
              <a:gd name="connsiteY4" fmla="*/ 533411 h 1739276"/>
              <a:gd name="connsiteX5" fmla="*/ 4805045 w 12195810"/>
              <a:gd name="connsiteY5" fmla="*/ 11 h 1739276"/>
              <a:gd name="connsiteX6" fmla="*/ 2343785 w 12195810"/>
              <a:gd name="connsiteY6" fmla="*/ 495311 h 1739276"/>
              <a:gd name="connsiteX7" fmla="*/ 1270 w 12195810"/>
              <a:gd name="connsiteY7" fmla="*/ 239406 h 173927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8234045 w 12195810"/>
              <a:gd name="connsiteY4" fmla="*/ 52579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5810" h="1731656">
                <a:moveTo>
                  <a:pt x="1270" y="231786"/>
                </a:moveTo>
                <a:cubicBezTo>
                  <a:pt x="1270" y="527696"/>
                  <a:pt x="4180" y="1006459"/>
                  <a:pt x="0" y="1731656"/>
                </a:cubicBezTo>
                <a:lnTo>
                  <a:pt x="12182476" y="1720226"/>
                </a:lnTo>
                <a:cubicBezTo>
                  <a:pt x="12197187" y="1175714"/>
                  <a:pt x="12188614" y="537538"/>
                  <a:pt x="12195810" y="243216"/>
                </a:cubicBezTo>
                <a:cubicBezTo>
                  <a:pt x="10171218" y="-432106"/>
                  <a:pt x="9563658" y="581565"/>
                  <a:pt x="7860549" y="502931"/>
                </a:cubicBezTo>
                <a:cubicBezTo>
                  <a:pt x="6157440" y="424297"/>
                  <a:pt x="5807077" y="2551"/>
                  <a:pt x="4812667" y="11"/>
                </a:cubicBezTo>
                <a:cubicBezTo>
                  <a:pt x="3818257" y="-2529"/>
                  <a:pt x="3145685" y="449062"/>
                  <a:pt x="2343785" y="487691"/>
                </a:cubicBezTo>
                <a:cubicBezTo>
                  <a:pt x="1541886" y="526320"/>
                  <a:pt x="1099820" y="483246"/>
                  <a:pt x="1270" y="231786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438B9B56-483E-EFDC-DD6A-012B0396E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588" r="1946"/>
          <a:stretch/>
        </p:blipFill>
        <p:spPr>
          <a:xfrm flipV="1">
            <a:off x="-6983" y="455943"/>
            <a:ext cx="6096000" cy="2397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95FEAE8-546A-E8F3-6848-DA9C6918768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122363"/>
            <a:ext cx="9144000" cy="2387600"/>
          </a:xfrm>
        </p:spPr>
        <p:txBody>
          <a:bodyPr/>
          <a:lstStyle/>
          <a:p>
            <a:r>
              <a:rPr lang="es-PE" dirty="0"/>
              <a:t>  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2CF9BED-4496-5BB4-1129-96FF03D50876}"/>
              </a:ext>
            </a:extLst>
          </p:cNvPr>
          <p:cNvCxnSpPr/>
          <p:nvPr/>
        </p:nvCxnSpPr>
        <p:spPr>
          <a:xfrm>
            <a:off x="1886857" y="1938792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1488717A-E3CF-4921-D0D2-1C6221CA64DD}"/>
              </a:ext>
            </a:extLst>
          </p:cNvPr>
          <p:cNvCxnSpPr/>
          <p:nvPr/>
        </p:nvCxnSpPr>
        <p:spPr>
          <a:xfrm>
            <a:off x="-207190" y="911859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59F11C1F-A7FC-B1F2-A977-91F5EA390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524" y="2852943"/>
            <a:ext cx="1942666" cy="90658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CA813C5D-A618-C7E6-4DF1-842A82B76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588" r="1946"/>
          <a:stretch/>
        </p:blipFill>
        <p:spPr>
          <a:xfrm flipV="1">
            <a:off x="6089017" y="455943"/>
            <a:ext cx="6096000" cy="2397000"/>
          </a:xfrm>
          <a:prstGeom prst="rect">
            <a:avLst/>
          </a:prstGeom>
        </p:spPr>
      </p:pic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AA740D9F-6858-60DE-5822-C8CAD5B41C16}"/>
              </a:ext>
            </a:extLst>
          </p:cNvPr>
          <p:cNvSpPr/>
          <p:nvPr/>
        </p:nvSpPr>
        <p:spPr>
          <a:xfrm>
            <a:off x="0" y="4126391"/>
            <a:ext cx="24444000" cy="1731656"/>
          </a:xfrm>
          <a:custGeom>
            <a:avLst/>
            <a:gdLst>
              <a:gd name="connsiteX0" fmla="*/ 995038 w 14124030"/>
              <a:gd name="connsiteY0" fmla="*/ 256195 h 1970374"/>
              <a:gd name="connsiteX1" fmla="*/ 995038 w 14124030"/>
              <a:gd name="connsiteY1" fmla="*/ 1795435 h 1970374"/>
              <a:gd name="connsiteX2" fmla="*/ 13171798 w 14124030"/>
              <a:gd name="connsiteY2" fmla="*/ 1764955 h 1970374"/>
              <a:gd name="connsiteX3" fmla="*/ 13164178 w 14124030"/>
              <a:gd name="connsiteY3" fmla="*/ 271435 h 1970374"/>
              <a:gd name="connsiteX4" fmla="*/ 11800198 w 14124030"/>
              <a:gd name="connsiteY4" fmla="*/ 19975 h 1970374"/>
              <a:gd name="connsiteX5" fmla="*/ 9300838 w 14124030"/>
              <a:gd name="connsiteY5" fmla="*/ 530515 h 1970374"/>
              <a:gd name="connsiteX6" fmla="*/ 7091038 w 14124030"/>
              <a:gd name="connsiteY6" fmla="*/ 271435 h 1970374"/>
              <a:gd name="connsiteX7" fmla="*/ 5795638 w 14124030"/>
              <a:gd name="connsiteY7" fmla="*/ 19975 h 1970374"/>
              <a:gd name="connsiteX8" fmla="*/ 3334378 w 14124030"/>
              <a:gd name="connsiteY8" fmla="*/ 515275 h 1970374"/>
              <a:gd name="connsiteX9" fmla="*/ 995038 w 14124030"/>
              <a:gd name="connsiteY9" fmla="*/ 256195 h 1970374"/>
              <a:gd name="connsiteX0" fmla="*/ 995038 w 14124030"/>
              <a:gd name="connsiteY0" fmla="*/ 256195 h 1970374"/>
              <a:gd name="connsiteX1" fmla="*/ 995038 w 14124030"/>
              <a:gd name="connsiteY1" fmla="*/ 1795435 h 1970374"/>
              <a:gd name="connsiteX2" fmla="*/ 13171798 w 14124030"/>
              <a:gd name="connsiteY2" fmla="*/ 1764955 h 1970374"/>
              <a:gd name="connsiteX3" fmla="*/ 13164178 w 14124030"/>
              <a:gd name="connsiteY3" fmla="*/ 271435 h 1970374"/>
              <a:gd name="connsiteX4" fmla="*/ 11800198 w 14124030"/>
              <a:gd name="connsiteY4" fmla="*/ 19975 h 1970374"/>
              <a:gd name="connsiteX5" fmla="*/ 9300838 w 14124030"/>
              <a:gd name="connsiteY5" fmla="*/ 530515 h 1970374"/>
              <a:gd name="connsiteX6" fmla="*/ 7091038 w 14124030"/>
              <a:gd name="connsiteY6" fmla="*/ 271435 h 1970374"/>
              <a:gd name="connsiteX7" fmla="*/ 5795638 w 14124030"/>
              <a:gd name="connsiteY7" fmla="*/ 19975 h 1970374"/>
              <a:gd name="connsiteX8" fmla="*/ 3334378 w 14124030"/>
              <a:gd name="connsiteY8" fmla="*/ 515275 h 1970374"/>
              <a:gd name="connsiteX9" fmla="*/ 995038 w 14124030"/>
              <a:gd name="connsiteY9" fmla="*/ 256195 h 1970374"/>
              <a:gd name="connsiteX0" fmla="*/ 1001879 w 14130871"/>
              <a:gd name="connsiteY0" fmla="*/ 256195 h 1884434"/>
              <a:gd name="connsiteX1" fmla="*/ 1001879 w 14130871"/>
              <a:gd name="connsiteY1" fmla="*/ 1795435 h 1884434"/>
              <a:gd name="connsiteX2" fmla="*/ 13178639 w 14130871"/>
              <a:gd name="connsiteY2" fmla="*/ 1764955 h 1884434"/>
              <a:gd name="connsiteX3" fmla="*/ 13171019 w 14130871"/>
              <a:gd name="connsiteY3" fmla="*/ 271435 h 1884434"/>
              <a:gd name="connsiteX4" fmla="*/ 11807039 w 14130871"/>
              <a:gd name="connsiteY4" fmla="*/ 19975 h 1884434"/>
              <a:gd name="connsiteX5" fmla="*/ 9307679 w 14130871"/>
              <a:gd name="connsiteY5" fmla="*/ 530515 h 1884434"/>
              <a:gd name="connsiteX6" fmla="*/ 7097879 w 14130871"/>
              <a:gd name="connsiteY6" fmla="*/ 271435 h 1884434"/>
              <a:gd name="connsiteX7" fmla="*/ 5802479 w 14130871"/>
              <a:gd name="connsiteY7" fmla="*/ 19975 h 1884434"/>
              <a:gd name="connsiteX8" fmla="*/ 3341219 w 14130871"/>
              <a:gd name="connsiteY8" fmla="*/ 515275 h 1884434"/>
              <a:gd name="connsiteX9" fmla="*/ 1001879 w 14130871"/>
              <a:gd name="connsiteY9" fmla="*/ 256195 h 1884434"/>
              <a:gd name="connsiteX0" fmla="*/ 1001879 w 14130871"/>
              <a:gd name="connsiteY0" fmla="*/ 256195 h 1884434"/>
              <a:gd name="connsiteX1" fmla="*/ 1001879 w 14130871"/>
              <a:gd name="connsiteY1" fmla="*/ 1795435 h 1884434"/>
              <a:gd name="connsiteX2" fmla="*/ 13178639 w 14130871"/>
              <a:gd name="connsiteY2" fmla="*/ 1764955 h 1884434"/>
              <a:gd name="connsiteX3" fmla="*/ 13171019 w 14130871"/>
              <a:gd name="connsiteY3" fmla="*/ 271435 h 1884434"/>
              <a:gd name="connsiteX4" fmla="*/ 11807039 w 14130871"/>
              <a:gd name="connsiteY4" fmla="*/ 19975 h 1884434"/>
              <a:gd name="connsiteX5" fmla="*/ 9307679 w 14130871"/>
              <a:gd name="connsiteY5" fmla="*/ 530515 h 1884434"/>
              <a:gd name="connsiteX6" fmla="*/ 7097879 w 14130871"/>
              <a:gd name="connsiteY6" fmla="*/ 271435 h 1884434"/>
              <a:gd name="connsiteX7" fmla="*/ 5802479 w 14130871"/>
              <a:gd name="connsiteY7" fmla="*/ 19975 h 1884434"/>
              <a:gd name="connsiteX8" fmla="*/ 3341219 w 14130871"/>
              <a:gd name="connsiteY8" fmla="*/ 515275 h 1884434"/>
              <a:gd name="connsiteX9" fmla="*/ 1001879 w 14130871"/>
              <a:gd name="connsiteY9" fmla="*/ 256195 h 1884434"/>
              <a:gd name="connsiteX0" fmla="*/ 177365 w 13306357"/>
              <a:gd name="connsiteY0" fmla="*/ 256195 h 1884434"/>
              <a:gd name="connsiteX1" fmla="*/ 177365 w 13306357"/>
              <a:gd name="connsiteY1" fmla="*/ 1795435 h 1884434"/>
              <a:gd name="connsiteX2" fmla="*/ 12354125 w 13306357"/>
              <a:gd name="connsiteY2" fmla="*/ 1764955 h 1884434"/>
              <a:gd name="connsiteX3" fmla="*/ 12346505 w 13306357"/>
              <a:gd name="connsiteY3" fmla="*/ 271435 h 1884434"/>
              <a:gd name="connsiteX4" fmla="*/ 10982525 w 13306357"/>
              <a:gd name="connsiteY4" fmla="*/ 19975 h 1884434"/>
              <a:gd name="connsiteX5" fmla="*/ 8483165 w 13306357"/>
              <a:gd name="connsiteY5" fmla="*/ 530515 h 1884434"/>
              <a:gd name="connsiteX6" fmla="*/ 6273365 w 13306357"/>
              <a:gd name="connsiteY6" fmla="*/ 271435 h 1884434"/>
              <a:gd name="connsiteX7" fmla="*/ 4977965 w 13306357"/>
              <a:gd name="connsiteY7" fmla="*/ 19975 h 1884434"/>
              <a:gd name="connsiteX8" fmla="*/ 2516705 w 13306357"/>
              <a:gd name="connsiteY8" fmla="*/ 515275 h 1884434"/>
              <a:gd name="connsiteX9" fmla="*/ 177365 w 13306357"/>
              <a:gd name="connsiteY9" fmla="*/ 256195 h 1884434"/>
              <a:gd name="connsiteX0" fmla="*/ 177365 w 13306357"/>
              <a:gd name="connsiteY0" fmla="*/ 256195 h 1884434"/>
              <a:gd name="connsiteX1" fmla="*/ 177365 w 13306357"/>
              <a:gd name="connsiteY1" fmla="*/ 1795435 h 1884434"/>
              <a:gd name="connsiteX2" fmla="*/ 12354125 w 13306357"/>
              <a:gd name="connsiteY2" fmla="*/ 1764955 h 1884434"/>
              <a:gd name="connsiteX3" fmla="*/ 12346505 w 13306357"/>
              <a:gd name="connsiteY3" fmla="*/ 271435 h 1884434"/>
              <a:gd name="connsiteX4" fmla="*/ 10982525 w 13306357"/>
              <a:gd name="connsiteY4" fmla="*/ 19975 h 1884434"/>
              <a:gd name="connsiteX5" fmla="*/ 8483165 w 13306357"/>
              <a:gd name="connsiteY5" fmla="*/ 530515 h 1884434"/>
              <a:gd name="connsiteX6" fmla="*/ 6273365 w 13306357"/>
              <a:gd name="connsiteY6" fmla="*/ 271435 h 1884434"/>
              <a:gd name="connsiteX7" fmla="*/ 4977965 w 13306357"/>
              <a:gd name="connsiteY7" fmla="*/ 19975 h 1884434"/>
              <a:gd name="connsiteX8" fmla="*/ 2516705 w 13306357"/>
              <a:gd name="connsiteY8" fmla="*/ 515275 h 1884434"/>
              <a:gd name="connsiteX9" fmla="*/ 177365 w 13306357"/>
              <a:gd name="connsiteY9" fmla="*/ 256195 h 1884434"/>
              <a:gd name="connsiteX0" fmla="*/ 6783 w 13135775"/>
              <a:gd name="connsiteY0" fmla="*/ 256195 h 1884434"/>
              <a:gd name="connsiteX1" fmla="*/ 6783 w 13135775"/>
              <a:gd name="connsiteY1" fmla="*/ 1795435 h 1884434"/>
              <a:gd name="connsiteX2" fmla="*/ 12183543 w 13135775"/>
              <a:gd name="connsiteY2" fmla="*/ 1764955 h 1884434"/>
              <a:gd name="connsiteX3" fmla="*/ 12175923 w 13135775"/>
              <a:gd name="connsiteY3" fmla="*/ 271435 h 1884434"/>
              <a:gd name="connsiteX4" fmla="*/ 10811943 w 13135775"/>
              <a:gd name="connsiteY4" fmla="*/ 19975 h 1884434"/>
              <a:gd name="connsiteX5" fmla="*/ 8312583 w 13135775"/>
              <a:gd name="connsiteY5" fmla="*/ 530515 h 1884434"/>
              <a:gd name="connsiteX6" fmla="*/ 6102783 w 13135775"/>
              <a:gd name="connsiteY6" fmla="*/ 271435 h 1884434"/>
              <a:gd name="connsiteX7" fmla="*/ 4807383 w 13135775"/>
              <a:gd name="connsiteY7" fmla="*/ 19975 h 1884434"/>
              <a:gd name="connsiteX8" fmla="*/ 2346123 w 13135775"/>
              <a:gd name="connsiteY8" fmla="*/ 515275 h 1884434"/>
              <a:gd name="connsiteX9" fmla="*/ 6783 w 13135775"/>
              <a:gd name="connsiteY9" fmla="*/ 256195 h 1884434"/>
              <a:gd name="connsiteX0" fmla="*/ 6783 w 13135775"/>
              <a:gd name="connsiteY0" fmla="*/ 256195 h 1884434"/>
              <a:gd name="connsiteX1" fmla="*/ 6783 w 13135775"/>
              <a:gd name="connsiteY1" fmla="*/ 1795435 h 1884434"/>
              <a:gd name="connsiteX2" fmla="*/ 12183543 w 13135775"/>
              <a:gd name="connsiteY2" fmla="*/ 1764955 h 1884434"/>
              <a:gd name="connsiteX3" fmla="*/ 12175923 w 13135775"/>
              <a:gd name="connsiteY3" fmla="*/ 271435 h 1884434"/>
              <a:gd name="connsiteX4" fmla="*/ 10811943 w 13135775"/>
              <a:gd name="connsiteY4" fmla="*/ 19975 h 1884434"/>
              <a:gd name="connsiteX5" fmla="*/ 8312583 w 13135775"/>
              <a:gd name="connsiteY5" fmla="*/ 530515 h 1884434"/>
              <a:gd name="connsiteX6" fmla="*/ 6102783 w 13135775"/>
              <a:gd name="connsiteY6" fmla="*/ 271435 h 1884434"/>
              <a:gd name="connsiteX7" fmla="*/ 4807383 w 13135775"/>
              <a:gd name="connsiteY7" fmla="*/ 19975 h 1884434"/>
              <a:gd name="connsiteX8" fmla="*/ 2346123 w 13135775"/>
              <a:gd name="connsiteY8" fmla="*/ 515275 h 1884434"/>
              <a:gd name="connsiteX9" fmla="*/ 6783 w 13135775"/>
              <a:gd name="connsiteY9" fmla="*/ 256195 h 1884434"/>
              <a:gd name="connsiteX0" fmla="*/ 6783 w 13135775"/>
              <a:gd name="connsiteY0" fmla="*/ 256195 h 1884434"/>
              <a:gd name="connsiteX1" fmla="*/ 6783 w 13135775"/>
              <a:gd name="connsiteY1" fmla="*/ 1795435 h 1884434"/>
              <a:gd name="connsiteX2" fmla="*/ 12183543 w 13135775"/>
              <a:gd name="connsiteY2" fmla="*/ 1764955 h 1884434"/>
              <a:gd name="connsiteX3" fmla="*/ 12175923 w 13135775"/>
              <a:gd name="connsiteY3" fmla="*/ 271435 h 1884434"/>
              <a:gd name="connsiteX4" fmla="*/ 10811943 w 13135775"/>
              <a:gd name="connsiteY4" fmla="*/ 19975 h 1884434"/>
              <a:gd name="connsiteX5" fmla="*/ 8312583 w 13135775"/>
              <a:gd name="connsiteY5" fmla="*/ 530515 h 1884434"/>
              <a:gd name="connsiteX6" fmla="*/ 6102783 w 13135775"/>
              <a:gd name="connsiteY6" fmla="*/ 271435 h 1884434"/>
              <a:gd name="connsiteX7" fmla="*/ 4807383 w 13135775"/>
              <a:gd name="connsiteY7" fmla="*/ 19975 h 1884434"/>
              <a:gd name="connsiteX8" fmla="*/ 2346123 w 13135775"/>
              <a:gd name="connsiteY8" fmla="*/ 515275 h 1884434"/>
              <a:gd name="connsiteX9" fmla="*/ 6783 w 13135775"/>
              <a:gd name="connsiteY9" fmla="*/ 256195 h 1884434"/>
              <a:gd name="connsiteX0" fmla="*/ 6783 w 12411921"/>
              <a:gd name="connsiteY0" fmla="*/ 260239 h 1995630"/>
              <a:gd name="connsiteX1" fmla="*/ 6783 w 12411921"/>
              <a:gd name="connsiteY1" fmla="*/ 1799479 h 1995630"/>
              <a:gd name="connsiteX2" fmla="*/ 5874183 w 12411921"/>
              <a:gd name="connsiteY2" fmla="*/ 1906159 h 1995630"/>
              <a:gd name="connsiteX3" fmla="*/ 12175923 w 12411921"/>
              <a:gd name="connsiteY3" fmla="*/ 275479 h 1995630"/>
              <a:gd name="connsiteX4" fmla="*/ 10811943 w 12411921"/>
              <a:gd name="connsiteY4" fmla="*/ 24019 h 1995630"/>
              <a:gd name="connsiteX5" fmla="*/ 8312583 w 12411921"/>
              <a:gd name="connsiteY5" fmla="*/ 534559 h 1995630"/>
              <a:gd name="connsiteX6" fmla="*/ 6102783 w 12411921"/>
              <a:gd name="connsiteY6" fmla="*/ 275479 h 1995630"/>
              <a:gd name="connsiteX7" fmla="*/ 4807383 w 12411921"/>
              <a:gd name="connsiteY7" fmla="*/ 24019 h 1995630"/>
              <a:gd name="connsiteX8" fmla="*/ 2346123 w 12411921"/>
              <a:gd name="connsiteY8" fmla="*/ 519319 h 1995630"/>
              <a:gd name="connsiteX9" fmla="*/ 6783 w 12411921"/>
              <a:gd name="connsiteY9" fmla="*/ 260239 h 1995630"/>
              <a:gd name="connsiteX0" fmla="*/ 6783 w 12397280"/>
              <a:gd name="connsiteY0" fmla="*/ 257463 h 1919433"/>
              <a:gd name="connsiteX1" fmla="*/ 6783 w 12397280"/>
              <a:gd name="connsiteY1" fmla="*/ 1796703 h 1919433"/>
              <a:gd name="connsiteX2" fmla="*/ 6102783 w 12397280"/>
              <a:gd name="connsiteY2" fmla="*/ 1811943 h 1919433"/>
              <a:gd name="connsiteX3" fmla="*/ 12175923 w 12397280"/>
              <a:gd name="connsiteY3" fmla="*/ 272703 h 1919433"/>
              <a:gd name="connsiteX4" fmla="*/ 10811943 w 12397280"/>
              <a:gd name="connsiteY4" fmla="*/ 21243 h 1919433"/>
              <a:gd name="connsiteX5" fmla="*/ 8312583 w 12397280"/>
              <a:gd name="connsiteY5" fmla="*/ 531783 h 1919433"/>
              <a:gd name="connsiteX6" fmla="*/ 6102783 w 12397280"/>
              <a:gd name="connsiteY6" fmla="*/ 272703 h 1919433"/>
              <a:gd name="connsiteX7" fmla="*/ 4807383 w 12397280"/>
              <a:gd name="connsiteY7" fmla="*/ 21243 h 1919433"/>
              <a:gd name="connsiteX8" fmla="*/ 2346123 w 12397280"/>
              <a:gd name="connsiteY8" fmla="*/ 516543 h 1919433"/>
              <a:gd name="connsiteX9" fmla="*/ 6783 w 12397280"/>
              <a:gd name="connsiteY9" fmla="*/ 257463 h 1919433"/>
              <a:gd name="connsiteX0" fmla="*/ 6783 w 12397280"/>
              <a:gd name="connsiteY0" fmla="*/ 257463 h 1919433"/>
              <a:gd name="connsiteX1" fmla="*/ 6783 w 12397280"/>
              <a:gd name="connsiteY1" fmla="*/ 1796703 h 1919433"/>
              <a:gd name="connsiteX2" fmla="*/ 6102783 w 12397280"/>
              <a:gd name="connsiteY2" fmla="*/ 1811943 h 1919433"/>
              <a:gd name="connsiteX3" fmla="*/ 12175923 w 12397280"/>
              <a:gd name="connsiteY3" fmla="*/ 272703 h 1919433"/>
              <a:gd name="connsiteX4" fmla="*/ 10811943 w 12397280"/>
              <a:gd name="connsiteY4" fmla="*/ 21243 h 1919433"/>
              <a:gd name="connsiteX5" fmla="*/ 8312583 w 12397280"/>
              <a:gd name="connsiteY5" fmla="*/ 531783 h 1919433"/>
              <a:gd name="connsiteX6" fmla="*/ 6102783 w 12397280"/>
              <a:gd name="connsiteY6" fmla="*/ 272703 h 1919433"/>
              <a:gd name="connsiteX7" fmla="*/ 4807383 w 12397280"/>
              <a:gd name="connsiteY7" fmla="*/ 21243 h 1919433"/>
              <a:gd name="connsiteX8" fmla="*/ 2346123 w 12397280"/>
              <a:gd name="connsiteY8" fmla="*/ 516543 h 1919433"/>
              <a:gd name="connsiteX9" fmla="*/ 6783 w 12397280"/>
              <a:gd name="connsiteY9" fmla="*/ 257463 h 1919433"/>
              <a:gd name="connsiteX0" fmla="*/ 6783 w 12397280"/>
              <a:gd name="connsiteY0" fmla="*/ 257463 h 1811943"/>
              <a:gd name="connsiteX1" fmla="*/ 6783 w 12397280"/>
              <a:gd name="connsiteY1" fmla="*/ 1796703 h 1811943"/>
              <a:gd name="connsiteX2" fmla="*/ 6102783 w 12397280"/>
              <a:gd name="connsiteY2" fmla="*/ 1811943 h 1811943"/>
              <a:gd name="connsiteX3" fmla="*/ 12175923 w 12397280"/>
              <a:gd name="connsiteY3" fmla="*/ 272703 h 1811943"/>
              <a:gd name="connsiteX4" fmla="*/ 10811943 w 12397280"/>
              <a:gd name="connsiteY4" fmla="*/ 21243 h 1811943"/>
              <a:gd name="connsiteX5" fmla="*/ 8312583 w 12397280"/>
              <a:gd name="connsiteY5" fmla="*/ 531783 h 1811943"/>
              <a:gd name="connsiteX6" fmla="*/ 6102783 w 12397280"/>
              <a:gd name="connsiteY6" fmla="*/ 272703 h 1811943"/>
              <a:gd name="connsiteX7" fmla="*/ 4807383 w 12397280"/>
              <a:gd name="connsiteY7" fmla="*/ 21243 h 1811943"/>
              <a:gd name="connsiteX8" fmla="*/ 2346123 w 12397280"/>
              <a:gd name="connsiteY8" fmla="*/ 516543 h 1811943"/>
              <a:gd name="connsiteX9" fmla="*/ 6783 w 12397280"/>
              <a:gd name="connsiteY9" fmla="*/ 257463 h 1811943"/>
              <a:gd name="connsiteX0" fmla="*/ 6783 w 12396308"/>
              <a:gd name="connsiteY0" fmla="*/ 254262 h 1793502"/>
              <a:gd name="connsiteX1" fmla="*/ 6783 w 12396308"/>
              <a:gd name="connsiteY1" fmla="*/ 1793502 h 1793502"/>
              <a:gd name="connsiteX2" fmla="*/ 6118023 w 12396308"/>
              <a:gd name="connsiteY2" fmla="*/ 1686822 h 1793502"/>
              <a:gd name="connsiteX3" fmla="*/ 12175923 w 12396308"/>
              <a:gd name="connsiteY3" fmla="*/ 269502 h 1793502"/>
              <a:gd name="connsiteX4" fmla="*/ 10811943 w 12396308"/>
              <a:gd name="connsiteY4" fmla="*/ 18042 h 1793502"/>
              <a:gd name="connsiteX5" fmla="*/ 8312583 w 12396308"/>
              <a:gd name="connsiteY5" fmla="*/ 528582 h 1793502"/>
              <a:gd name="connsiteX6" fmla="*/ 6102783 w 12396308"/>
              <a:gd name="connsiteY6" fmla="*/ 269502 h 1793502"/>
              <a:gd name="connsiteX7" fmla="*/ 4807383 w 12396308"/>
              <a:gd name="connsiteY7" fmla="*/ 18042 h 1793502"/>
              <a:gd name="connsiteX8" fmla="*/ 2346123 w 12396308"/>
              <a:gd name="connsiteY8" fmla="*/ 513342 h 1793502"/>
              <a:gd name="connsiteX9" fmla="*/ 6783 w 12396308"/>
              <a:gd name="connsiteY9" fmla="*/ 254262 h 1793502"/>
              <a:gd name="connsiteX0" fmla="*/ 6783 w 12397280"/>
              <a:gd name="connsiteY0" fmla="*/ 255991 h 1795231"/>
              <a:gd name="connsiteX1" fmla="*/ 6783 w 12397280"/>
              <a:gd name="connsiteY1" fmla="*/ 1795231 h 1795231"/>
              <a:gd name="connsiteX2" fmla="*/ 6102783 w 12397280"/>
              <a:gd name="connsiteY2" fmla="*/ 1757131 h 1795231"/>
              <a:gd name="connsiteX3" fmla="*/ 12175923 w 12397280"/>
              <a:gd name="connsiteY3" fmla="*/ 271231 h 1795231"/>
              <a:gd name="connsiteX4" fmla="*/ 10811943 w 12397280"/>
              <a:gd name="connsiteY4" fmla="*/ 19771 h 1795231"/>
              <a:gd name="connsiteX5" fmla="*/ 8312583 w 12397280"/>
              <a:gd name="connsiteY5" fmla="*/ 530311 h 1795231"/>
              <a:gd name="connsiteX6" fmla="*/ 6102783 w 12397280"/>
              <a:gd name="connsiteY6" fmla="*/ 271231 h 1795231"/>
              <a:gd name="connsiteX7" fmla="*/ 4807383 w 12397280"/>
              <a:gd name="connsiteY7" fmla="*/ 19771 h 1795231"/>
              <a:gd name="connsiteX8" fmla="*/ 2346123 w 12397280"/>
              <a:gd name="connsiteY8" fmla="*/ 515071 h 1795231"/>
              <a:gd name="connsiteX9" fmla="*/ 6783 w 12397280"/>
              <a:gd name="connsiteY9" fmla="*/ 255991 h 1795231"/>
              <a:gd name="connsiteX0" fmla="*/ 6783 w 12397280"/>
              <a:gd name="connsiteY0" fmla="*/ 255991 h 1757131"/>
              <a:gd name="connsiteX1" fmla="*/ 6783 w 12397280"/>
              <a:gd name="connsiteY1" fmla="*/ 1726651 h 1757131"/>
              <a:gd name="connsiteX2" fmla="*/ 6102783 w 12397280"/>
              <a:gd name="connsiteY2" fmla="*/ 1757131 h 1757131"/>
              <a:gd name="connsiteX3" fmla="*/ 12175923 w 12397280"/>
              <a:gd name="connsiteY3" fmla="*/ 271231 h 1757131"/>
              <a:gd name="connsiteX4" fmla="*/ 10811943 w 12397280"/>
              <a:gd name="connsiteY4" fmla="*/ 19771 h 1757131"/>
              <a:gd name="connsiteX5" fmla="*/ 8312583 w 12397280"/>
              <a:gd name="connsiteY5" fmla="*/ 530311 h 1757131"/>
              <a:gd name="connsiteX6" fmla="*/ 6102783 w 12397280"/>
              <a:gd name="connsiteY6" fmla="*/ 271231 h 1757131"/>
              <a:gd name="connsiteX7" fmla="*/ 4807383 w 12397280"/>
              <a:gd name="connsiteY7" fmla="*/ 19771 h 1757131"/>
              <a:gd name="connsiteX8" fmla="*/ 2346123 w 12397280"/>
              <a:gd name="connsiteY8" fmla="*/ 515071 h 1757131"/>
              <a:gd name="connsiteX9" fmla="*/ 6783 w 12397280"/>
              <a:gd name="connsiteY9" fmla="*/ 255991 h 1757131"/>
              <a:gd name="connsiteX0" fmla="*/ 6783 w 12397280"/>
              <a:gd name="connsiteY0" fmla="*/ 255991 h 1757131"/>
              <a:gd name="connsiteX1" fmla="*/ 6783 w 12397280"/>
              <a:gd name="connsiteY1" fmla="*/ 1749511 h 1757131"/>
              <a:gd name="connsiteX2" fmla="*/ 6102783 w 12397280"/>
              <a:gd name="connsiteY2" fmla="*/ 1757131 h 1757131"/>
              <a:gd name="connsiteX3" fmla="*/ 12175923 w 12397280"/>
              <a:gd name="connsiteY3" fmla="*/ 271231 h 1757131"/>
              <a:gd name="connsiteX4" fmla="*/ 10811943 w 12397280"/>
              <a:gd name="connsiteY4" fmla="*/ 19771 h 1757131"/>
              <a:gd name="connsiteX5" fmla="*/ 8312583 w 12397280"/>
              <a:gd name="connsiteY5" fmla="*/ 530311 h 1757131"/>
              <a:gd name="connsiteX6" fmla="*/ 6102783 w 12397280"/>
              <a:gd name="connsiteY6" fmla="*/ 271231 h 1757131"/>
              <a:gd name="connsiteX7" fmla="*/ 4807383 w 12397280"/>
              <a:gd name="connsiteY7" fmla="*/ 19771 h 1757131"/>
              <a:gd name="connsiteX8" fmla="*/ 2346123 w 12397280"/>
              <a:gd name="connsiteY8" fmla="*/ 515071 h 1757131"/>
              <a:gd name="connsiteX9" fmla="*/ 6783 w 12397280"/>
              <a:gd name="connsiteY9" fmla="*/ 255991 h 1757131"/>
              <a:gd name="connsiteX0" fmla="*/ 0 w 12390497"/>
              <a:gd name="connsiteY0" fmla="*/ 255991 h 1757131"/>
              <a:gd name="connsiteX1" fmla="*/ 15240 w 12390497"/>
              <a:gd name="connsiteY1" fmla="*/ 1757131 h 1757131"/>
              <a:gd name="connsiteX2" fmla="*/ 6096000 w 12390497"/>
              <a:gd name="connsiteY2" fmla="*/ 1757131 h 1757131"/>
              <a:gd name="connsiteX3" fmla="*/ 12169140 w 12390497"/>
              <a:gd name="connsiteY3" fmla="*/ 271231 h 1757131"/>
              <a:gd name="connsiteX4" fmla="*/ 10805160 w 12390497"/>
              <a:gd name="connsiteY4" fmla="*/ 19771 h 1757131"/>
              <a:gd name="connsiteX5" fmla="*/ 8305800 w 12390497"/>
              <a:gd name="connsiteY5" fmla="*/ 530311 h 1757131"/>
              <a:gd name="connsiteX6" fmla="*/ 6096000 w 12390497"/>
              <a:gd name="connsiteY6" fmla="*/ 271231 h 1757131"/>
              <a:gd name="connsiteX7" fmla="*/ 4800600 w 12390497"/>
              <a:gd name="connsiteY7" fmla="*/ 19771 h 1757131"/>
              <a:gd name="connsiteX8" fmla="*/ 2339340 w 12390497"/>
              <a:gd name="connsiteY8" fmla="*/ 515071 h 1757131"/>
              <a:gd name="connsiteX9" fmla="*/ 0 w 12390497"/>
              <a:gd name="connsiteY9" fmla="*/ 255991 h 1757131"/>
              <a:gd name="connsiteX0" fmla="*/ 1046 w 12391543"/>
              <a:gd name="connsiteY0" fmla="*/ 255991 h 1757131"/>
              <a:gd name="connsiteX1" fmla="*/ 8666 w 12391543"/>
              <a:gd name="connsiteY1" fmla="*/ 1757131 h 1757131"/>
              <a:gd name="connsiteX2" fmla="*/ 6097046 w 12391543"/>
              <a:gd name="connsiteY2" fmla="*/ 1757131 h 1757131"/>
              <a:gd name="connsiteX3" fmla="*/ 12170186 w 12391543"/>
              <a:gd name="connsiteY3" fmla="*/ 271231 h 1757131"/>
              <a:gd name="connsiteX4" fmla="*/ 10806206 w 12391543"/>
              <a:gd name="connsiteY4" fmla="*/ 19771 h 1757131"/>
              <a:gd name="connsiteX5" fmla="*/ 8306846 w 12391543"/>
              <a:gd name="connsiteY5" fmla="*/ 530311 h 1757131"/>
              <a:gd name="connsiteX6" fmla="*/ 6097046 w 12391543"/>
              <a:gd name="connsiteY6" fmla="*/ 271231 h 1757131"/>
              <a:gd name="connsiteX7" fmla="*/ 4801646 w 12391543"/>
              <a:gd name="connsiteY7" fmla="*/ 19771 h 1757131"/>
              <a:gd name="connsiteX8" fmla="*/ 2340386 w 12391543"/>
              <a:gd name="connsiteY8" fmla="*/ 515071 h 1757131"/>
              <a:gd name="connsiteX9" fmla="*/ 1046 w 12391543"/>
              <a:gd name="connsiteY9" fmla="*/ 255991 h 1757131"/>
              <a:gd name="connsiteX0" fmla="*/ 13204 w 12403701"/>
              <a:gd name="connsiteY0" fmla="*/ 255991 h 1757131"/>
              <a:gd name="connsiteX1" fmla="*/ 5584 w 12403701"/>
              <a:gd name="connsiteY1" fmla="*/ 1749511 h 1757131"/>
              <a:gd name="connsiteX2" fmla="*/ 6109204 w 12403701"/>
              <a:gd name="connsiteY2" fmla="*/ 1757131 h 1757131"/>
              <a:gd name="connsiteX3" fmla="*/ 12182344 w 12403701"/>
              <a:gd name="connsiteY3" fmla="*/ 271231 h 1757131"/>
              <a:gd name="connsiteX4" fmla="*/ 10818364 w 12403701"/>
              <a:gd name="connsiteY4" fmla="*/ 19771 h 1757131"/>
              <a:gd name="connsiteX5" fmla="*/ 8319004 w 12403701"/>
              <a:gd name="connsiteY5" fmla="*/ 530311 h 1757131"/>
              <a:gd name="connsiteX6" fmla="*/ 6109204 w 12403701"/>
              <a:gd name="connsiteY6" fmla="*/ 271231 h 1757131"/>
              <a:gd name="connsiteX7" fmla="*/ 4813804 w 12403701"/>
              <a:gd name="connsiteY7" fmla="*/ 19771 h 1757131"/>
              <a:gd name="connsiteX8" fmla="*/ 2352544 w 12403701"/>
              <a:gd name="connsiteY8" fmla="*/ 515071 h 1757131"/>
              <a:gd name="connsiteX9" fmla="*/ 13204 w 12403701"/>
              <a:gd name="connsiteY9" fmla="*/ 255991 h 1757131"/>
              <a:gd name="connsiteX0" fmla="*/ 14050 w 12404547"/>
              <a:gd name="connsiteY0" fmla="*/ 255991 h 1757131"/>
              <a:gd name="connsiteX1" fmla="*/ 6430 w 12404547"/>
              <a:gd name="connsiteY1" fmla="*/ 1749511 h 1757131"/>
              <a:gd name="connsiteX2" fmla="*/ 6110050 w 12404547"/>
              <a:gd name="connsiteY2" fmla="*/ 1757131 h 1757131"/>
              <a:gd name="connsiteX3" fmla="*/ 12183190 w 12404547"/>
              <a:gd name="connsiteY3" fmla="*/ 271231 h 1757131"/>
              <a:gd name="connsiteX4" fmla="*/ 10819210 w 12404547"/>
              <a:gd name="connsiteY4" fmla="*/ 19771 h 1757131"/>
              <a:gd name="connsiteX5" fmla="*/ 8319850 w 12404547"/>
              <a:gd name="connsiteY5" fmla="*/ 530311 h 1757131"/>
              <a:gd name="connsiteX6" fmla="*/ 6110050 w 12404547"/>
              <a:gd name="connsiteY6" fmla="*/ 271231 h 1757131"/>
              <a:gd name="connsiteX7" fmla="*/ 4814650 w 12404547"/>
              <a:gd name="connsiteY7" fmla="*/ 19771 h 1757131"/>
              <a:gd name="connsiteX8" fmla="*/ 2353390 w 12404547"/>
              <a:gd name="connsiteY8" fmla="*/ 515071 h 1757131"/>
              <a:gd name="connsiteX9" fmla="*/ 14050 w 1240454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49511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49511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1270 w 12391767"/>
              <a:gd name="connsiteY0" fmla="*/ 255991 h 1757131"/>
              <a:gd name="connsiteX1" fmla="*/ 0 w 12391767"/>
              <a:gd name="connsiteY1" fmla="*/ 1752686 h 1757131"/>
              <a:gd name="connsiteX2" fmla="*/ 6097270 w 12391767"/>
              <a:gd name="connsiteY2" fmla="*/ 1757131 h 1757131"/>
              <a:gd name="connsiteX3" fmla="*/ 12170410 w 12391767"/>
              <a:gd name="connsiteY3" fmla="*/ 271231 h 1757131"/>
              <a:gd name="connsiteX4" fmla="*/ 10806430 w 12391767"/>
              <a:gd name="connsiteY4" fmla="*/ 19771 h 1757131"/>
              <a:gd name="connsiteX5" fmla="*/ 8307070 w 12391767"/>
              <a:gd name="connsiteY5" fmla="*/ 530311 h 1757131"/>
              <a:gd name="connsiteX6" fmla="*/ 6097270 w 12391767"/>
              <a:gd name="connsiteY6" fmla="*/ 271231 h 1757131"/>
              <a:gd name="connsiteX7" fmla="*/ 4801870 w 12391767"/>
              <a:gd name="connsiteY7" fmla="*/ 19771 h 1757131"/>
              <a:gd name="connsiteX8" fmla="*/ 2340610 w 12391767"/>
              <a:gd name="connsiteY8" fmla="*/ 515071 h 1757131"/>
              <a:gd name="connsiteX9" fmla="*/ 1270 w 1239176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2686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2686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2686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2686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4445 w 12394942"/>
              <a:gd name="connsiteY0" fmla="*/ 255991 h 1757131"/>
              <a:gd name="connsiteX1" fmla="*/ 0 w 12394942"/>
              <a:gd name="connsiteY1" fmla="*/ 1755861 h 1757131"/>
              <a:gd name="connsiteX2" fmla="*/ 6100445 w 12394942"/>
              <a:gd name="connsiteY2" fmla="*/ 1757131 h 1757131"/>
              <a:gd name="connsiteX3" fmla="*/ 12173585 w 12394942"/>
              <a:gd name="connsiteY3" fmla="*/ 271231 h 1757131"/>
              <a:gd name="connsiteX4" fmla="*/ 10809605 w 12394942"/>
              <a:gd name="connsiteY4" fmla="*/ 19771 h 1757131"/>
              <a:gd name="connsiteX5" fmla="*/ 8310245 w 12394942"/>
              <a:gd name="connsiteY5" fmla="*/ 530311 h 1757131"/>
              <a:gd name="connsiteX6" fmla="*/ 6100445 w 12394942"/>
              <a:gd name="connsiteY6" fmla="*/ 271231 h 1757131"/>
              <a:gd name="connsiteX7" fmla="*/ 4805045 w 12394942"/>
              <a:gd name="connsiteY7" fmla="*/ 19771 h 1757131"/>
              <a:gd name="connsiteX8" fmla="*/ 2343785 w 12394942"/>
              <a:gd name="connsiteY8" fmla="*/ 515071 h 1757131"/>
              <a:gd name="connsiteX9" fmla="*/ 4445 w 12394942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5861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7620 w 12398117"/>
              <a:gd name="connsiteY0" fmla="*/ 255991 h 1757131"/>
              <a:gd name="connsiteX1" fmla="*/ 0 w 12398117"/>
              <a:gd name="connsiteY1" fmla="*/ 1755861 h 1757131"/>
              <a:gd name="connsiteX2" fmla="*/ 6103620 w 12398117"/>
              <a:gd name="connsiteY2" fmla="*/ 1757131 h 1757131"/>
              <a:gd name="connsiteX3" fmla="*/ 12176760 w 12398117"/>
              <a:gd name="connsiteY3" fmla="*/ 271231 h 1757131"/>
              <a:gd name="connsiteX4" fmla="*/ 10812780 w 12398117"/>
              <a:gd name="connsiteY4" fmla="*/ 19771 h 1757131"/>
              <a:gd name="connsiteX5" fmla="*/ 8313420 w 12398117"/>
              <a:gd name="connsiteY5" fmla="*/ 530311 h 1757131"/>
              <a:gd name="connsiteX6" fmla="*/ 6103620 w 12398117"/>
              <a:gd name="connsiteY6" fmla="*/ 271231 h 1757131"/>
              <a:gd name="connsiteX7" fmla="*/ 4808220 w 12398117"/>
              <a:gd name="connsiteY7" fmla="*/ 19771 h 1757131"/>
              <a:gd name="connsiteX8" fmla="*/ 2346960 w 12398117"/>
              <a:gd name="connsiteY8" fmla="*/ 515071 h 1757131"/>
              <a:gd name="connsiteX9" fmla="*/ 7620 w 12398117"/>
              <a:gd name="connsiteY9" fmla="*/ 255991 h 1757131"/>
              <a:gd name="connsiteX0" fmla="*/ 0 w 12390497"/>
              <a:gd name="connsiteY0" fmla="*/ 255991 h 1757131"/>
              <a:gd name="connsiteX1" fmla="*/ 1905 w 12390497"/>
              <a:gd name="connsiteY1" fmla="*/ 1755861 h 1757131"/>
              <a:gd name="connsiteX2" fmla="*/ 6096000 w 12390497"/>
              <a:gd name="connsiteY2" fmla="*/ 1757131 h 1757131"/>
              <a:gd name="connsiteX3" fmla="*/ 12169140 w 12390497"/>
              <a:gd name="connsiteY3" fmla="*/ 271231 h 1757131"/>
              <a:gd name="connsiteX4" fmla="*/ 10805160 w 12390497"/>
              <a:gd name="connsiteY4" fmla="*/ 19771 h 1757131"/>
              <a:gd name="connsiteX5" fmla="*/ 8305800 w 12390497"/>
              <a:gd name="connsiteY5" fmla="*/ 530311 h 1757131"/>
              <a:gd name="connsiteX6" fmla="*/ 6096000 w 12390497"/>
              <a:gd name="connsiteY6" fmla="*/ 271231 h 1757131"/>
              <a:gd name="connsiteX7" fmla="*/ 4800600 w 12390497"/>
              <a:gd name="connsiteY7" fmla="*/ 19771 h 1757131"/>
              <a:gd name="connsiteX8" fmla="*/ 2339340 w 12390497"/>
              <a:gd name="connsiteY8" fmla="*/ 515071 h 1757131"/>
              <a:gd name="connsiteX9" fmla="*/ 0 w 12390497"/>
              <a:gd name="connsiteY9" fmla="*/ 255991 h 1757131"/>
              <a:gd name="connsiteX0" fmla="*/ 4445 w 12394942"/>
              <a:gd name="connsiteY0" fmla="*/ 255991 h 1759036"/>
              <a:gd name="connsiteX1" fmla="*/ 0 w 12394942"/>
              <a:gd name="connsiteY1" fmla="*/ 1759036 h 1759036"/>
              <a:gd name="connsiteX2" fmla="*/ 6100445 w 12394942"/>
              <a:gd name="connsiteY2" fmla="*/ 1757131 h 1759036"/>
              <a:gd name="connsiteX3" fmla="*/ 12173585 w 12394942"/>
              <a:gd name="connsiteY3" fmla="*/ 271231 h 1759036"/>
              <a:gd name="connsiteX4" fmla="*/ 10809605 w 12394942"/>
              <a:gd name="connsiteY4" fmla="*/ 19771 h 1759036"/>
              <a:gd name="connsiteX5" fmla="*/ 8310245 w 12394942"/>
              <a:gd name="connsiteY5" fmla="*/ 530311 h 1759036"/>
              <a:gd name="connsiteX6" fmla="*/ 6100445 w 12394942"/>
              <a:gd name="connsiteY6" fmla="*/ 271231 h 1759036"/>
              <a:gd name="connsiteX7" fmla="*/ 4805045 w 12394942"/>
              <a:gd name="connsiteY7" fmla="*/ 19771 h 1759036"/>
              <a:gd name="connsiteX8" fmla="*/ 2343785 w 12394942"/>
              <a:gd name="connsiteY8" fmla="*/ 515071 h 1759036"/>
              <a:gd name="connsiteX9" fmla="*/ 4445 w 12394942"/>
              <a:gd name="connsiteY9" fmla="*/ 255991 h 1759036"/>
              <a:gd name="connsiteX0" fmla="*/ 1270 w 12394942"/>
              <a:gd name="connsiteY0" fmla="*/ 259166 h 1759036"/>
              <a:gd name="connsiteX1" fmla="*/ 0 w 12394942"/>
              <a:gd name="connsiteY1" fmla="*/ 1759036 h 1759036"/>
              <a:gd name="connsiteX2" fmla="*/ 6100445 w 12394942"/>
              <a:gd name="connsiteY2" fmla="*/ 1757131 h 1759036"/>
              <a:gd name="connsiteX3" fmla="*/ 12173585 w 12394942"/>
              <a:gd name="connsiteY3" fmla="*/ 271231 h 1759036"/>
              <a:gd name="connsiteX4" fmla="*/ 10809605 w 12394942"/>
              <a:gd name="connsiteY4" fmla="*/ 19771 h 1759036"/>
              <a:gd name="connsiteX5" fmla="*/ 8310245 w 12394942"/>
              <a:gd name="connsiteY5" fmla="*/ 530311 h 1759036"/>
              <a:gd name="connsiteX6" fmla="*/ 6100445 w 12394942"/>
              <a:gd name="connsiteY6" fmla="*/ 271231 h 1759036"/>
              <a:gd name="connsiteX7" fmla="*/ 4805045 w 12394942"/>
              <a:gd name="connsiteY7" fmla="*/ 19771 h 1759036"/>
              <a:gd name="connsiteX8" fmla="*/ 2343785 w 12394942"/>
              <a:gd name="connsiteY8" fmla="*/ 515071 h 1759036"/>
              <a:gd name="connsiteX9" fmla="*/ 1270 w 12394942"/>
              <a:gd name="connsiteY9" fmla="*/ 259166 h 1759036"/>
              <a:gd name="connsiteX0" fmla="*/ 1270 w 12394942"/>
              <a:gd name="connsiteY0" fmla="*/ 259166 h 1759036"/>
              <a:gd name="connsiteX1" fmla="*/ 0 w 12394942"/>
              <a:gd name="connsiteY1" fmla="*/ 1759036 h 1759036"/>
              <a:gd name="connsiteX2" fmla="*/ 6100445 w 12394942"/>
              <a:gd name="connsiteY2" fmla="*/ 1757131 h 1759036"/>
              <a:gd name="connsiteX3" fmla="*/ 12173585 w 12394942"/>
              <a:gd name="connsiteY3" fmla="*/ 271231 h 1759036"/>
              <a:gd name="connsiteX4" fmla="*/ 10809605 w 12394942"/>
              <a:gd name="connsiteY4" fmla="*/ 19771 h 1759036"/>
              <a:gd name="connsiteX5" fmla="*/ 8310245 w 12394942"/>
              <a:gd name="connsiteY5" fmla="*/ 530311 h 1759036"/>
              <a:gd name="connsiteX6" fmla="*/ 6100445 w 12394942"/>
              <a:gd name="connsiteY6" fmla="*/ 271231 h 1759036"/>
              <a:gd name="connsiteX7" fmla="*/ 4805045 w 12394942"/>
              <a:gd name="connsiteY7" fmla="*/ 19771 h 1759036"/>
              <a:gd name="connsiteX8" fmla="*/ 2343785 w 12394942"/>
              <a:gd name="connsiteY8" fmla="*/ 515071 h 1759036"/>
              <a:gd name="connsiteX9" fmla="*/ 1270 w 12394942"/>
              <a:gd name="connsiteY9" fmla="*/ 259166 h 1759036"/>
              <a:gd name="connsiteX0" fmla="*/ 1270 w 12173585"/>
              <a:gd name="connsiteY0" fmla="*/ 258669 h 1758539"/>
              <a:gd name="connsiteX1" fmla="*/ 0 w 12173585"/>
              <a:gd name="connsiteY1" fmla="*/ 1758539 h 1758539"/>
              <a:gd name="connsiteX2" fmla="*/ 6100445 w 12173585"/>
              <a:gd name="connsiteY2" fmla="*/ 1756634 h 1758539"/>
              <a:gd name="connsiteX3" fmla="*/ 12173585 w 12173585"/>
              <a:gd name="connsiteY3" fmla="*/ 270734 h 1758539"/>
              <a:gd name="connsiteX4" fmla="*/ 10809605 w 12173585"/>
              <a:gd name="connsiteY4" fmla="*/ 19274 h 1758539"/>
              <a:gd name="connsiteX5" fmla="*/ 8310245 w 12173585"/>
              <a:gd name="connsiteY5" fmla="*/ 529814 h 1758539"/>
              <a:gd name="connsiteX6" fmla="*/ 6100445 w 12173585"/>
              <a:gd name="connsiteY6" fmla="*/ 270734 h 1758539"/>
              <a:gd name="connsiteX7" fmla="*/ 4805045 w 12173585"/>
              <a:gd name="connsiteY7" fmla="*/ 19274 h 1758539"/>
              <a:gd name="connsiteX8" fmla="*/ 2343785 w 12173585"/>
              <a:gd name="connsiteY8" fmla="*/ 514574 h 1758539"/>
              <a:gd name="connsiteX9" fmla="*/ 1270 w 12173585"/>
              <a:gd name="connsiteY9" fmla="*/ 258669 h 1758539"/>
              <a:gd name="connsiteX0" fmla="*/ 1270 w 12173585"/>
              <a:gd name="connsiteY0" fmla="*/ 244623 h 1744493"/>
              <a:gd name="connsiteX1" fmla="*/ 0 w 12173585"/>
              <a:gd name="connsiteY1" fmla="*/ 1744493 h 1744493"/>
              <a:gd name="connsiteX2" fmla="*/ 6100445 w 12173585"/>
              <a:gd name="connsiteY2" fmla="*/ 1742588 h 1744493"/>
              <a:gd name="connsiteX3" fmla="*/ 12173585 w 12173585"/>
              <a:gd name="connsiteY3" fmla="*/ 256688 h 1744493"/>
              <a:gd name="connsiteX4" fmla="*/ 10282555 w 12173585"/>
              <a:gd name="connsiteY4" fmla="*/ 186203 h 1744493"/>
              <a:gd name="connsiteX5" fmla="*/ 8310245 w 12173585"/>
              <a:gd name="connsiteY5" fmla="*/ 515768 h 1744493"/>
              <a:gd name="connsiteX6" fmla="*/ 6100445 w 12173585"/>
              <a:gd name="connsiteY6" fmla="*/ 256688 h 1744493"/>
              <a:gd name="connsiteX7" fmla="*/ 4805045 w 12173585"/>
              <a:gd name="connsiteY7" fmla="*/ 5228 h 1744493"/>
              <a:gd name="connsiteX8" fmla="*/ 2343785 w 12173585"/>
              <a:gd name="connsiteY8" fmla="*/ 500528 h 1744493"/>
              <a:gd name="connsiteX9" fmla="*/ 1270 w 12173585"/>
              <a:gd name="connsiteY9" fmla="*/ 244623 h 1744493"/>
              <a:gd name="connsiteX0" fmla="*/ 1270 w 12208510"/>
              <a:gd name="connsiteY0" fmla="*/ 244623 h 1744493"/>
              <a:gd name="connsiteX1" fmla="*/ 0 w 12208510"/>
              <a:gd name="connsiteY1" fmla="*/ 1744493 h 1744493"/>
              <a:gd name="connsiteX2" fmla="*/ 6100445 w 12208510"/>
              <a:gd name="connsiteY2" fmla="*/ 1742588 h 1744493"/>
              <a:gd name="connsiteX3" fmla="*/ 12208510 w 12208510"/>
              <a:gd name="connsiteY3" fmla="*/ 590063 h 1744493"/>
              <a:gd name="connsiteX4" fmla="*/ 10282555 w 12208510"/>
              <a:gd name="connsiteY4" fmla="*/ 186203 h 1744493"/>
              <a:gd name="connsiteX5" fmla="*/ 8310245 w 12208510"/>
              <a:gd name="connsiteY5" fmla="*/ 515768 h 1744493"/>
              <a:gd name="connsiteX6" fmla="*/ 6100445 w 12208510"/>
              <a:gd name="connsiteY6" fmla="*/ 256688 h 1744493"/>
              <a:gd name="connsiteX7" fmla="*/ 4805045 w 12208510"/>
              <a:gd name="connsiteY7" fmla="*/ 5228 h 1744493"/>
              <a:gd name="connsiteX8" fmla="*/ 2343785 w 12208510"/>
              <a:gd name="connsiteY8" fmla="*/ 500528 h 1744493"/>
              <a:gd name="connsiteX9" fmla="*/ 1270 w 12208510"/>
              <a:gd name="connsiteY9" fmla="*/ 244623 h 1744493"/>
              <a:gd name="connsiteX0" fmla="*/ 1270 w 12208510"/>
              <a:gd name="connsiteY0" fmla="*/ 244623 h 1744493"/>
              <a:gd name="connsiteX1" fmla="*/ 0 w 12208510"/>
              <a:gd name="connsiteY1" fmla="*/ 1744493 h 1744493"/>
              <a:gd name="connsiteX2" fmla="*/ 6100445 w 12208510"/>
              <a:gd name="connsiteY2" fmla="*/ 1742588 h 1744493"/>
              <a:gd name="connsiteX3" fmla="*/ 8620126 w 12208510"/>
              <a:gd name="connsiteY3" fmla="*/ 1380638 h 1744493"/>
              <a:gd name="connsiteX4" fmla="*/ 12208510 w 12208510"/>
              <a:gd name="connsiteY4" fmla="*/ 590063 h 1744493"/>
              <a:gd name="connsiteX5" fmla="*/ 10282555 w 12208510"/>
              <a:gd name="connsiteY5" fmla="*/ 186203 h 1744493"/>
              <a:gd name="connsiteX6" fmla="*/ 8310245 w 12208510"/>
              <a:gd name="connsiteY6" fmla="*/ 515768 h 1744493"/>
              <a:gd name="connsiteX7" fmla="*/ 6100445 w 12208510"/>
              <a:gd name="connsiteY7" fmla="*/ 256688 h 1744493"/>
              <a:gd name="connsiteX8" fmla="*/ 4805045 w 12208510"/>
              <a:gd name="connsiteY8" fmla="*/ 5228 h 1744493"/>
              <a:gd name="connsiteX9" fmla="*/ 2343785 w 12208510"/>
              <a:gd name="connsiteY9" fmla="*/ 500528 h 1744493"/>
              <a:gd name="connsiteX10" fmla="*/ 1270 w 12208510"/>
              <a:gd name="connsiteY10" fmla="*/ 244623 h 1744493"/>
              <a:gd name="connsiteX0" fmla="*/ 1270 w 12215637"/>
              <a:gd name="connsiteY0" fmla="*/ 244623 h 1744493"/>
              <a:gd name="connsiteX1" fmla="*/ 0 w 12215637"/>
              <a:gd name="connsiteY1" fmla="*/ 1744493 h 1744493"/>
              <a:gd name="connsiteX2" fmla="*/ 6100445 w 12215637"/>
              <a:gd name="connsiteY2" fmla="*/ 1742588 h 1744493"/>
              <a:gd name="connsiteX3" fmla="*/ 11658601 w 12215637"/>
              <a:gd name="connsiteY3" fmla="*/ 1523513 h 1744493"/>
              <a:gd name="connsiteX4" fmla="*/ 12208510 w 12215637"/>
              <a:gd name="connsiteY4" fmla="*/ 590063 h 1744493"/>
              <a:gd name="connsiteX5" fmla="*/ 10282555 w 12215637"/>
              <a:gd name="connsiteY5" fmla="*/ 186203 h 1744493"/>
              <a:gd name="connsiteX6" fmla="*/ 8310245 w 12215637"/>
              <a:gd name="connsiteY6" fmla="*/ 515768 h 1744493"/>
              <a:gd name="connsiteX7" fmla="*/ 6100445 w 12215637"/>
              <a:gd name="connsiteY7" fmla="*/ 256688 h 1744493"/>
              <a:gd name="connsiteX8" fmla="*/ 4805045 w 12215637"/>
              <a:gd name="connsiteY8" fmla="*/ 5228 h 1744493"/>
              <a:gd name="connsiteX9" fmla="*/ 2343785 w 12215637"/>
              <a:gd name="connsiteY9" fmla="*/ 500528 h 1744493"/>
              <a:gd name="connsiteX10" fmla="*/ 1270 w 12215637"/>
              <a:gd name="connsiteY10" fmla="*/ 244623 h 1744493"/>
              <a:gd name="connsiteX0" fmla="*/ 1270 w 12215637"/>
              <a:gd name="connsiteY0" fmla="*/ 244623 h 1744493"/>
              <a:gd name="connsiteX1" fmla="*/ 0 w 12215637"/>
              <a:gd name="connsiteY1" fmla="*/ 1744493 h 1744493"/>
              <a:gd name="connsiteX2" fmla="*/ 6100445 w 12215637"/>
              <a:gd name="connsiteY2" fmla="*/ 1742588 h 1744493"/>
              <a:gd name="connsiteX3" fmla="*/ 11658601 w 12215637"/>
              <a:gd name="connsiteY3" fmla="*/ 1523513 h 1744493"/>
              <a:gd name="connsiteX4" fmla="*/ 12208510 w 12215637"/>
              <a:gd name="connsiteY4" fmla="*/ 590063 h 1744493"/>
              <a:gd name="connsiteX5" fmla="*/ 10282555 w 12215637"/>
              <a:gd name="connsiteY5" fmla="*/ 186203 h 1744493"/>
              <a:gd name="connsiteX6" fmla="*/ 8310245 w 12215637"/>
              <a:gd name="connsiteY6" fmla="*/ 515768 h 1744493"/>
              <a:gd name="connsiteX7" fmla="*/ 6100445 w 12215637"/>
              <a:gd name="connsiteY7" fmla="*/ 256688 h 1744493"/>
              <a:gd name="connsiteX8" fmla="*/ 4805045 w 12215637"/>
              <a:gd name="connsiteY8" fmla="*/ 5228 h 1744493"/>
              <a:gd name="connsiteX9" fmla="*/ 2343785 w 12215637"/>
              <a:gd name="connsiteY9" fmla="*/ 500528 h 1744493"/>
              <a:gd name="connsiteX10" fmla="*/ 1270 w 12215637"/>
              <a:gd name="connsiteY10" fmla="*/ 244623 h 1744493"/>
              <a:gd name="connsiteX0" fmla="*/ 1270 w 12208510"/>
              <a:gd name="connsiteY0" fmla="*/ 244623 h 1882288"/>
              <a:gd name="connsiteX1" fmla="*/ 0 w 12208510"/>
              <a:gd name="connsiteY1" fmla="*/ 1744493 h 1882288"/>
              <a:gd name="connsiteX2" fmla="*/ 6100445 w 12208510"/>
              <a:gd name="connsiteY2" fmla="*/ 1742588 h 1882288"/>
              <a:gd name="connsiteX3" fmla="*/ 11528426 w 12208510"/>
              <a:gd name="connsiteY3" fmla="*/ 1882288 h 1882288"/>
              <a:gd name="connsiteX4" fmla="*/ 12208510 w 12208510"/>
              <a:gd name="connsiteY4" fmla="*/ 590063 h 1882288"/>
              <a:gd name="connsiteX5" fmla="*/ 10282555 w 12208510"/>
              <a:gd name="connsiteY5" fmla="*/ 186203 h 1882288"/>
              <a:gd name="connsiteX6" fmla="*/ 8310245 w 12208510"/>
              <a:gd name="connsiteY6" fmla="*/ 515768 h 1882288"/>
              <a:gd name="connsiteX7" fmla="*/ 6100445 w 12208510"/>
              <a:gd name="connsiteY7" fmla="*/ 256688 h 1882288"/>
              <a:gd name="connsiteX8" fmla="*/ 4805045 w 12208510"/>
              <a:gd name="connsiteY8" fmla="*/ 5228 h 1882288"/>
              <a:gd name="connsiteX9" fmla="*/ 2343785 w 12208510"/>
              <a:gd name="connsiteY9" fmla="*/ 500528 h 1882288"/>
              <a:gd name="connsiteX10" fmla="*/ 1270 w 12208510"/>
              <a:gd name="connsiteY10" fmla="*/ 244623 h 1882288"/>
              <a:gd name="connsiteX0" fmla="*/ 1270 w 12208510"/>
              <a:gd name="connsiteY0" fmla="*/ 244623 h 1891813"/>
              <a:gd name="connsiteX1" fmla="*/ 0 w 12208510"/>
              <a:gd name="connsiteY1" fmla="*/ 1744493 h 1891813"/>
              <a:gd name="connsiteX2" fmla="*/ 6100445 w 12208510"/>
              <a:gd name="connsiteY2" fmla="*/ 1742588 h 1891813"/>
              <a:gd name="connsiteX3" fmla="*/ 10918826 w 12208510"/>
              <a:gd name="connsiteY3" fmla="*/ 1891813 h 1891813"/>
              <a:gd name="connsiteX4" fmla="*/ 12208510 w 12208510"/>
              <a:gd name="connsiteY4" fmla="*/ 590063 h 1891813"/>
              <a:gd name="connsiteX5" fmla="*/ 10282555 w 12208510"/>
              <a:gd name="connsiteY5" fmla="*/ 186203 h 1891813"/>
              <a:gd name="connsiteX6" fmla="*/ 8310245 w 12208510"/>
              <a:gd name="connsiteY6" fmla="*/ 515768 h 1891813"/>
              <a:gd name="connsiteX7" fmla="*/ 6100445 w 12208510"/>
              <a:gd name="connsiteY7" fmla="*/ 256688 h 1891813"/>
              <a:gd name="connsiteX8" fmla="*/ 4805045 w 12208510"/>
              <a:gd name="connsiteY8" fmla="*/ 5228 h 1891813"/>
              <a:gd name="connsiteX9" fmla="*/ 2343785 w 12208510"/>
              <a:gd name="connsiteY9" fmla="*/ 500528 h 1891813"/>
              <a:gd name="connsiteX10" fmla="*/ 1270 w 12208510"/>
              <a:gd name="connsiteY10" fmla="*/ 244623 h 1891813"/>
              <a:gd name="connsiteX0" fmla="*/ 1270 w 12208510"/>
              <a:gd name="connsiteY0" fmla="*/ 244623 h 1891813"/>
              <a:gd name="connsiteX1" fmla="*/ 0 w 12208510"/>
              <a:gd name="connsiteY1" fmla="*/ 1744493 h 1891813"/>
              <a:gd name="connsiteX2" fmla="*/ 6100445 w 12208510"/>
              <a:gd name="connsiteY2" fmla="*/ 1742588 h 1891813"/>
              <a:gd name="connsiteX3" fmla="*/ 10918826 w 12208510"/>
              <a:gd name="connsiteY3" fmla="*/ 1891813 h 1891813"/>
              <a:gd name="connsiteX4" fmla="*/ 12208510 w 12208510"/>
              <a:gd name="connsiteY4" fmla="*/ 590063 h 1891813"/>
              <a:gd name="connsiteX5" fmla="*/ 10282555 w 12208510"/>
              <a:gd name="connsiteY5" fmla="*/ 186203 h 1891813"/>
              <a:gd name="connsiteX6" fmla="*/ 8310245 w 12208510"/>
              <a:gd name="connsiteY6" fmla="*/ 515768 h 1891813"/>
              <a:gd name="connsiteX7" fmla="*/ 6100445 w 12208510"/>
              <a:gd name="connsiteY7" fmla="*/ 256688 h 1891813"/>
              <a:gd name="connsiteX8" fmla="*/ 4805045 w 12208510"/>
              <a:gd name="connsiteY8" fmla="*/ 5228 h 1891813"/>
              <a:gd name="connsiteX9" fmla="*/ 2343785 w 12208510"/>
              <a:gd name="connsiteY9" fmla="*/ 500528 h 1891813"/>
              <a:gd name="connsiteX10" fmla="*/ 1270 w 12208510"/>
              <a:gd name="connsiteY10" fmla="*/ 244623 h 1891813"/>
              <a:gd name="connsiteX0" fmla="*/ 1270 w 12208510"/>
              <a:gd name="connsiteY0" fmla="*/ 244623 h 2056913"/>
              <a:gd name="connsiteX1" fmla="*/ 0 w 12208510"/>
              <a:gd name="connsiteY1" fmla="*/ 1744493 h 2056913"/>
              <a:gd name="connsiteX2" fmla="*/ 6100445 w 12208510"/>
              <a:gd name="connsiteY2" fmla="*/ 1742588 h 2056913"/>
              <a:gd name="connsiteX3" fmla="*/ 12185651 w 12208510"/>
              <a:gd name="connsiteY3" fmla="*/ 2056913 h 2056913"/>
              <a:gd name="connsiteX4" fmla="*/ 12208510 w 12208510"/>
              <a:gd name="connsiteY4" fmla="*/ 590063 h 2056913"/>
              <a:gd name="connsiteX5" fmla="*/ 10282555 w 12208510"/>
              <a:gd name="connsiteY5" fmla="*/ 186203 h 2056913"/>
              <a:gd name="connsiteX6" fmla="*/ 8310245 w 12208510"/>
              <a:gd name="connsiteY6" fmla="*/ 515768 h 2056913"/>
              <a:gd name="connsiteX7" fmla="*/ 6100445 w 12208510"/>
              <a:gd name="connsiteY7" fmla="*/ 256688 h 2056913"/>
              <a:gd name="connsiteX8" fmla="*/ 4805045 w 12208510"/>
              <a:gd name="connsiteY8" fmla="*/ 5228 h 2056913"/>
              <a:gd name="connsiteX9" fmla="*/ 2343785 w 12208510"/>
              <a:gd name="connsiteY9" fmla="*/ 500528 h 2056913"/>
              <a:gd name="connsiteX10" fmla="*/ 1270 w 12208510"/>
              <a:gd name="connsiteY10" fmla="*/ 244623 h 2056913"/>
              <a:gd name="connsiteX0" fmla="*/ 1270 w 12208510"/>
              <a:gd name="connsiteY0" fmla="*/ 244623 h 2056913"/>
              <a:gd name="connsiteX1" fmla="*/ 0 w 12208510"/>
              <a:gd name="connsiteY1" fmla="*/ 1744493 h 2056913"/>
              <a:gd name="connsiteX2" fmla="*/ 6100445 w 12208510"/>
              <a:gd name="connsiteY2" fmla="*/ 1742588 h 2056913"/>
              <a:gd name="connsiteX3" fmla="*/ 12185651 w 12208510"/>
              <a:gd name="connsiteY3" fmla="*/ 2056913 h 2056913"/>
              <a:gd name="connsiteX4" fmla="*/ 12208510 w 12208510"/>
              <a:gd name="connsiteY4" fmla="*/ 590063 h 2056913"/>
              <a:gd name="connsiteX5" fmla="*/ 10282555 w 12208510"/>
              <a:gd name="connsiteY5" fmla="*/ 186203 h 2056913"/>
              <a:gd name="connsiteX6" fmla="*/ 8310245 w 12208510"/>
              <a:gd name="connsiteY6" fmla="*/ 515768 h 2056913"/>
              <a:gd name="connsiteX7" fmla="*/ 6100445 w 12208510"/>
              <a:gd name="connsiteY7" fmla="*/ 256688 h 2056913"/>
              <a:gd name="connsiteX8" fmla="*/ 4805045 w 12208510"/>
              <a:gd name="connsiteY8" fmla="*/ 5228 h 2056913"/>
              <a:gd name="connsiteX9" fmla="*/ 2343785 w 12208510"/>
              <a:gd name="connsiteY9" fmla="*/ 500528 h 2056913"/>
              <a:gd name="connsiteX10" fmla="*/ 1270 w 122085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93238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2635"/>
              <a:gd name="connsiteY0" fmla="*/ 244623 h 2056913"/>
              <a:gd name="connsiteX1" fmla="*/ 0 w 12192635"/>
              <a:gd name="connsiteY1" fmla="*/ 1744493 h 2056913"/>
              <a:gd name="connsiteX2" fmla="*/ 6100445 w 12192635"/>
              <a:gd name="connsiteY2" fmla="*/ 1742588 h 2056913"/>
              <a:gd name="connsiteX3" fmla="*/ 12185651 w 12192635"/>
              <a:gd name="connsiteY3" fmla="*/ 2056913 h 2056913"/>
              <a:gd name="connsiteX4" fmla="*/ 12192635 w 12192635"/>
              <a:gd name="connsiteY4" fmla="*/ 580538 h 2056913"/>
              <a:gd name="connsiteX5" fmla="*/ 10282555 w 12192635"/>
              <a:gd name="connsiteY5" fmla="*/ 186203 h 2056913"/>
              <a:gd name="connsiteX6" fmla="*/ 8310245 w 12192635"/>
              <a:gd name="connsiteY6" fmla="*/ 515768 h 2056913"/>
              <a:gd name="connsiteX7" fmla="*/ 6100445 w 12192635"/>
              <a:gd name="connsiteY7" fmla="*/ 256688 h 2056913"/>
              <a:gd name="connsiteX8" fmla="*/ 4805045 w 12192635"/>
              <a:gd name="connsiteY8" fmla="*/ 5228 h 2056913"/>
              <a:gd name="connsiteX9" fmla="*/ 2343785 w 12192635"/>
              <a:gd name="connsiteY9" fmla="*/ 500528 h 2056913"/>
              <a:gd name="connsiteX10" fmla="*/ 1270 w 12192635"/>
              <a:gd name="connsiteY10" fmla="*/ 244623 h 2056913"/>
              <a:gd name="connsiteX0" fmla="*/ 1270 w 12186285"/>
              <a:gd name="connsiteY0" fmla="*/ 244623 h 2056913"/>
              <a:gd name="connsiteX1" fmla="*/ 0 w 12186285"/>
              <a:gd name="connsiteY1" fmla="*/ 1744493 h 2056913"/>
              <a:gd name="connsiteX2" fmla="*/ 6100445 w 12186285"/>
              <a:gd name="connsiteY2" fmla="*/ 1742588 h 2056913"/>
              <a:gd name="connsiteX3" fmla="*/ 12185651 w 12186285"/>
              <a:gd name="connsiteY3" fmla="*/ 2056913 h 2056913"/>
              <a:gd name="connsiteX4" fmla="*/ 12186285 w 12186285"/>
              <a:gd name="connsiteY4" fmla="*/ 586888 h 2056913"/>
              <a:gd name="connsiteX5" fmla="*/ 10282555 w 12186285"/>
              <a:gd name="connsiteY5" fmla="*/ 186203 h 2056913"/>
              <a:gd name="connsiteX6" fmla="*/ 8310245 w 12186285"/>
              <a:gd name="connsiteY6" fmla="*/ 515768 h 2056913"/>
              <a:gd name="connsiteX7" fmla="*/ 6100445 w 12186285"/>
              <a:gd name="connsiteY7" fmla="*/ 256688 h 2056913"/>
              <a:gd name="connsiteX8" fmla="*/ 4805045 w 12186285"/>
              <a:gd name="connsiteY8" fmla="*/ 5228 h 2056913"/>
              <a:gd name="connsiteX9" fmla="*/ 2343785 w 12186285"/>
              <a:gd name="connsiteY9" fmla="*/ 500528 h 2056913"/>
              <a:gd name="connsiteX10" fmla="*/ 1270 w 12186285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100445 w 12195810"/>
              <a:gd name="connsiteY2" fmla="*/ 1742588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078220 w 12195810"/>
              <a:gd name="connsiteY2" fmla="*/ 2056913 h 2056913"/>
              <a:gd name="connsiteX3" fmla="*/ 12185651 w 12195810"/>
              <a:gd name="connsiteY3" fmla="*/ 205691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2056913"/>
              <a:gd name="connsiteX1" fmla="*/ 0 w 12195810"/>
              <a:gd name="connsiteY1" fmla="*/ 1744493 h 2056913"/>
              <a:gd name="connsiteX2" fmla="*/ 6078220 w 12195810"/>
              <a:gd name="connsiteY2" fmla="*/ 2056913 h 2056913"/>
              <a:gd name="connsiteX3" fmla="*/ 12182476 w 12195810"/>
              <a:gd name="connsiteY3" fmla="*/ 1656863 h 2056913"/>
              <a:gd name="connsiteX4" fmla="*/ 12195810 w 12195810"/>
              <a:gd name="connsiteY4" fmla="*/ 583713 h 2056913"/>
              <a:gd name="connsiteX5" fmla="*/ 10282555 w 12195810"/>
              <a:gd name="connsiteY5" fmla="*/ 186203 h 2056913"/>
              <a:gd name="connsiteX6" fmla="*/ 8310245 w 12195810"/>
              <a:gd name="connsiteY6" fmla="*/ 515768 h 2056913"/>
              <a:gd name="connsiteX7" fmla="*/ 6100445 w 12195810"/>
              <a:gd name="connsiteY7" fmla="*/ 256688 h 2056913"/>
              <a:gd name="connsiteX8" fmla="*/ 4805045 w 12195810"/>
              <a:gd name="connsiteY8" fmla="*/ 5228 h 2056913"/>
              <a:gd name="connsiteX9" fmla="*/ 2343785 w 12195810"/>
              <a:gd name="connsiteY9" fmla="*/ 500528 h 2056913"/>
              <a:gd name="connsiteX10" fmla="*/ 1270 w 12195810"/>
              <a:gd name="connsiteY10" fmla="*/ 244623 h 205691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656863 h 1744493"/>
              <a:gd name="connsiteX3" fmla="*/ 12195810 w 12195810"/>
              <a:gd name="connsiteY3" fmla="*/ 583713 h 1744493"/>
              <a:gd name="connsiteX4" fmla="*/ 10282555 w 12195810"/>
              <a:gd name="connsiteY4" fmla="*/ 186203 h 1744493"/>
              <a:gd name="connsiteX5" fmla="*/ 8310245 w 12195810"/>
              <a:gd name="connsiteY5" fmla="*/ 515768 h 1744493"/>
              <a:gd name="connsiteX6" fmla="*/ 6100445 w 12195810"/>
              <a:gd name="connsiteY6" fmla="*/ 256688 h 1744493"/>
              <a:gd name="connsiteX7" fmla="*/ 4805045 w 12195810"/>
              <a:gd name="connsiteY7" fmla="*/ 5228 h 1744493"/>
              <a:gd name="connsiteX8" fmla="*/ 2343785 w 12195810"/>
              <a:gd name="connsiteY8" fmla="*/ 500528 h 1744493"/>
              <a:gd name="connsiteX9" fmla="*/ 1270 w 12195810"/>
              <a:gd name="connsiteY9" fmla="*/ 244623 h 174449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733063 h 1744493"/>
              <a:gd name="connsiteX3" fmla="*/ 12195810 w 12195810"/>
              <a:gd name="connsiteY3" fmla="*/ 583713 h 1744493"/>
              <a:gd name="connsiteX4" fmla="*/ 10282555 w 12195810"/>
              <a:gd name="connsiteY4" fmla="*/ 186203 h 1744493"/>
              <a:gd name="connsiteX5" fmla="*/ 8310245 w 12195810"/>
              <a:gd name="connsiteY5" fmla="*/ 515768 h 1744493"/>
              <a:gd name="connsiteX6" fmla="*/ 6100445 w 12195810"/>
              <a:gd name="connsiteY6" fmla="*/ 256688 h 1744493"/>
              <a:gd name="connsiteX7" fmla="*/ 4805045 w 12195810"/>
              <a:gd name="connsiteY7" fmla="*/ 5228 h 1744493"/>
              <a:gd name="connsiteX8" fmla="*/ 2343785 w 12195810"/>
              <a:gd name="connsiteY8" fmla="*/ 500528 h 1744493"/>
              <a:gd name="connsiteX9" fmla="*/ 1270 w 12195810"/>
              <a:gd name="connsiteY9" fmla="*/ 244623 h 174449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733063 h 1744493"/>
              <a:gd name="connsiteX3" fmla="*/ 12195810 w 12195810"/>
              <a:gd name="connsiteY3" fmla="*/ 256053 h 1744493"/>
              <a:gd name="connsiteX4" fmla="*/ 10282555 w 12195810"/>
              <a:gd name="connsiteY4" fmla="*/ 186203 h 1744493"/>
              <a:gd name="connsiteX5" fmla="*/ 8310245 w 12195810"/>
              <a:gd name="connsiteY5" fmla="*/ 515768 h 1744493"/>
              <a:gd name="connsiteX6" fmla="*/ 6100445 w 12195810"/>
              <a:gd name="connsiteY6" fmla="*/ 256688 h 1744493"/>
              <a:gd name="connsiteX7" fmla="*/ 4805045 w 12195810"/>
              <a:gd name="connsiteY7" fmla="*/ 5228 h 1744493"/>
              <a:gd name="connsiteX8" fmla="*/ 2343785 w 12195810"/>
              <a:gd name="connsiteY8" fmla="*/ 500528 h 1744493"/>
              <a:gd name="connsiteX9" fmla="*/ 1270 w 12195810"/>
              <a:gd name="connsiteY9" fmla="*/ 244623 h 174449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733063 h 1744493"/>
              <a:gd name="connsiteX3" fmla="*/ 12195810 w 12195810"/>
              <a:gd name="connsiteY3" fmla="*/ 256053 h 1744493"/>
              <a:gd name="connsiteX4" fmla="*/ 10343515 w 12195810"/>
              <a:gd name="connsiteY4" fmla="*/ 102383 h 1744493"/>
              <a:gd name="connsiteX5" fmla="*/ 8310245 w 12195810"/>
              <a:gd name="connsiteY5" fmla="*/ 515768 h 1744493"/>
              <a:gd name="connsiteX6" fmla="*/ 6100445 w 12195810"/>
              <a:gd name="connsiteY6" fmla="*/ 256688 h 1744493"/>
              <a:gd name="connsiteX7" fmla="*/ 4805045 w 12195810"/>
              <a:gd name="connsiteY7" fmla="*/ 5228 h 1744493"/>
              <a:gd name="connsiteX8" fmla="*/ 2343785 w 12195810"/>
              <a:gd name="connsiteY8" fmla="*/ 500528 h 1744493"/>
              <a:gd name="connsiteX9" fmla="*/ 1270 w 12195810"/>
              <a:gd name="connsiteY9" fmla="*/ 244623 h 1744493"/>
              <a:gd name="connsiteX0" fmla="*/ 1270 w 12195810"/>
              <a:gd name="connsiteY0" fmla="*/ 244623 h 1744493"/>
              <a:gd name="connsiteX1" fmla="*/ 0 w 12195810"/>
              <a:gd name="connsiteY1" fmla="*/ 1744493 h 1744493"/>
              <a:gd name="connsiteX2" fmla="*/ 12182476 w 12195810"/>
              <a:gd name="connsiteY2" fmla="*/ 1733063 h 1744493"/>
              <a:gd name="connsiteX3" fmla="*/ 12195810 w 12195810"/>
              <a:gd name="connsiteY3" fmla="*/ 256053 h 1744493"/>
              <a:gd name="connsiteX4" fmla="*/ 8310245 w 12195810"/>
              <a:gd name="connsiteY4" fmla="*/ 515768 h 1744493"/>
              <a:gd name="connsiteX5" fmla="*/ 6100445 w 12195810"/>
              <a:gd name="connsiteY5" fmla="*/ 256688 h 1744493"/>
              <a:gd name="connsiteX6" fmla="*/ 4805045 w 12195810"/>
              <a:gd name="connsiteY6" fmla="*/ 5228 h 1744493"/>
              <a:gd name="connsiteX7" fmla="*/ 2343785 w 12195810"/>
              <a:gd name="connsiteY7" fmla="*/ 500528 h 1744493"/>
              <a:gd name="connsiteX8" fmla="*/ 1270 w 12195810"/>
              <a:gd name="connsiteY8" fmla="*/ 244623 h 1744493"/>
              <a:gd name="connsiteX0" fmla="*/ 1270 w 12195810"/>
              <a:gd name="connsiteY0" fmla="*/ 239406 h 1739276"/>
              <a:gd name="connsiteX1" fmla="*/ 0 w 12195810"/>
              <a:gd name="connsiteY1" fmla="*/ 1739276 h 1739276"/>
              <a:gd name="connsiteX2" fmla="*/ 12182476 w 12195810"/>
              <a:gd name="connsiteY2" fmla="*/ 1727846 h 1739276"/>
              <a:gd name="connsiteX3" fmla="*/ 12195810 w 12195810"/>
              <a:gd name="connsiteY3" fmla="*/ 250836 h 1739276"/>
              <a:gd name="connsiteX4" fmla="*/ 8310245 w 12195810"/>
              <a:gd name="connsiteY4" fmla="*/ 510551 h 1739276"/>
              <a:gd name="connsiteX5" fmla="*/ 4805045 w 12195810"/>
              <a:gd name="connsiteY5" fmla="*/ 11 h 1739276"/>
              <a:gd name="connsiteX6" fmla="*/ 2343785 w 12195810"/>
              <a:gd name="connsiteY6" fmla="*/ 495311 h 1739276"/>
              <a:gd name="connsiteX7" fmla="*/ 1270 w 12195810"/>
              <a:gd name="connsiteY7" fmla="*/ 239406 h 1739276"/>
              <a:gd name="connsiteX0" fmla="*/ 1270 w 12195810"/>
              <a:gd name="connsiteY0" fmla="*/ 239406 h 1739276"/>
              <a:gd name="connsiteX1" fmla="*/ 0 w 12195810"/>
              <a:gd name="connsiteY1" fmla="*/ 1739276 h 1739276"/>
              <a:gd name="connsiteX2" fmla="*/ 12182476 w 12195810"/>
              <a:gd name="connsiteY2" fmla="*/ 1727846 h 1739276"/>
              <a:gd name="connsiteX3" fmla="*/ 12195810 w 12195810"/>
              <a:gd name="connsiteY3" fmla="*/ 250836 h 1739276"/>
              <a:gd name="connsiteX4" fmla="*/ 8310245 w 12195810"/>
              <a:gd name="connsiteY4" fmla="*/ 510551 h 1739276"/>
              <a:gd name="connsiteX5" fmla="*/ 4805045 w 12195810"/>
              <a:gd name="connsiteY5" fmla="*/ 11 h 1739276"/>
              <a:gd name="connsiteX6" fmla="*/ 2343785 w 12195810"/>
              <a:gd name="connsiteY6" fmla="*/ 495311 h 1739276"/>
              <a:gd name="connsiteX7" fmla="*/ 1270 w 12195810"/>
              <a:gd name="connsiteY7" fmla="*/ 239406 h 1739276"/>
              <a:gd name="connsiteX0" fmla="*/ 1270 w 12195810"/>
              <a:gd name="connsiteY0" fmla="*/ 239406 h 1739276"/>
              <a:gd name="connsiteX1" fmla="*/ 0 w 12195810"/>
              <a:gd name="connsiteY1" fmla="*/ 1739276 h 1739276"/>
              <a:gd name="connsiteX2" fmla="*/ 12182476 w 12195810"/>
              <a:gd name="connsiteY2" fmla="*/ 1727846 h 1739276"/>
              <a:gd name="connsiteX3" fmla="*/ 12195810 w 12195810"/>
              <a:gd name="connsiteY3" fmla="*/ 250836 h 1739276"/>
              <a:gd name="connsiteX4" fmla="*/ 8234045 w 12195810"/>
              <a:gd name="connsiteY4" fmla="*/ 495311 h 1739276"/>
              <a:gd name="connsiteX5" fmla="*/ 4805045 w 12195810"/>
              <a:gd name="connsiteY5" fmla="*/ 11 h 1739276"/>
              <a:gd name="connsiteX6" fmla="*/ 2343785 w 12195810"/>
              <a:gd name="connsiteY6" fmla="*/ 495311 h 1739276"/>
              <a:gd name="connsiteX7" fmla="*/ 1270 w 12195810"/>
              <a:gd name="connsiteY7" fmla="*/ 239406 h 1739276"/>
              <a:gd name="connsiteX0" fmla="*/ 1270 w 12195810"/>
              <a:gd name="connsiteY0" fmla="*/ 240532 h 1740402"/>
              <a:gd name="connsiteX1" fmla="*/ 0 w 12195810"/>
              <a:gd name="connsiteY1" fmla="*/ 1740402 h 1740402"/>
              <a:gd name="connsiteX2" fmla="*/ 12182476 w 12195810"/>
              <a:gd name="connsiteY2" fmla="*/ 1728972 h 1740402"/>
              <a:gd name="connsiteX3" fmla="*/ 12195810 w 12195810"/>
              <a:gd name="connsiteY3" fmla="*/ 251962 h 1740402"/>
              <a:gd name="connsiteX4" fmla="*/ 8234045 w 12195810"/>
              <a:gd name="connsiteY4" fmla="*/ 496437 h 1740402"/>
              <a:gd name="connsiteX5" fmla="*/ 4805045 w 12195810"/>
              <a:gd name="connsiteY5" fmla="*/ 1137 h 1740402"/>
              <a:gd name="connsiteX6" fmla="*/ 2343785 w 12195810"/>
              <a:gd name="connsiteY6" fmla="*/ 496437 h 1740402"/>
              <a:gd name="connsiteX7" fmla="*/ 1270 w 12195810"/>
              <a:gd name="connsiteY7" fmla="*/ 240532 h 1740402"/>
              <a:gd name="connsiteX0" fmla="*/ 1270 w 12195810"/>
              <a:gd name="connsiteY0" fmla="*/ 239406 h 1739276"/>
              <a:gd name="connsiteX1" fmla="*/ 0 w 12195810"/>
              <a:gd name="connsiteY1" fmla="*/ 1739276 h 1739276"/>
              <a:gd name="connsiteX2" fmla="*/ 12182476 w 12195810"/>
              <a:gd name="connsiteY2" fmla="*/ 1727846 h 1739276"/>
              <a:gd name="connsiteX3" fmla="*/ 12195810 w 12195810"/>
              <a:gd name="connsiteY3" fmla="*/ 250836 h 1739276"/>
              <a:gd name="connsiteX4" fmla="*/ 8234045 w 12195810"/>
              <a:gd name="connsiteY4" fmla="*/ 533411 h 1739276"/>
              <a:gd name="connsiteX5" fmla="*/ 4805045 w 12195810"/>
              <a:gd name="connsiteY5" fmla="*/ 11 h 1739276"/>
              <a:gd name="connsiteX6" fmla="*/ 2343785 w 12195810"/>
              <a:gd name="connsiteY6" fmla="*/ 495311 h 1739276"/>
              <a:gd name="connsiteX7" fmla="*/ 1270 w 12195810"/>
              <a:gd name="connsiteY7" fmla="*/ 239406 h 173927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8234045 w 12195810"/>
              <a:gd name="connsiteY4" fmla="*/ 52579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  <a:gd name="connsiteX0" fmla="*/ 1270 w 12195810"/>
              <a:gd name="connsiteY0" fmla="*/ 231786 h 1731656"/>
              <a:gd name="connsiteX1" fmla="*/ 0 w 12195810"/>
              <a:gd name="connsiteY1" fmla="*/ 1731656 h 1731656"/>
              <a:gd name="connsiteX2" fmla="*/ 12182476 w 12195810"/>
              <a:gd name="connsiteY2" fmla="*/ 1720226 h 1731656"/>
              <a:gd name="connsiteX3" fmla="*/ 12195810 w 12195810"/>
              <a:gd name="connsiteY3" fmla="*/ 243216 h 1731656"/>
              <a:gd name="connsiteX4" fmla="*/ 7860549 w 12195810"/>
              <a:gd name="connsiteY4" fmla="*/ 502931 h 1731656"/>
              <a:gd name="connsiteX5" fmla="*/ 4812667 w 12195810"/>
              <a:gd name="connsiteY5" fmla="*/ 11 h 1731656"/>
              <a:gd name="connsiteX6" fmla="*/ 2343785 w 12195810"/>
              <a:gd name="connsiteY6" fmla="*/ 487691 h 1731656"/>
              <a:gd name="connsiteX7" fmla="*/ 1270 w 12195810"/>
              <a:gd name="connsiteY7" fmla="*/ 231786 h 173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5810" h="1731656">
                <a:moveTo>
                  <a:pt x="1270" y="231786"/>
                </a:moveTo>
                <a:cubicBezTo>
                  <a:pt x="1270" y="527696"/>
                  <a:pt x="4180" y="1006459"/>
                  <a:pt x="0" y="1731656"/>
                </a:cubicBezTo>
                <a:lnTo>
                  <a:pt x="12182476" y="1720226"/>
                </a:lnTo>
                <a:cubicBezTo>
                  <a:pt x="12197187" y="1175714"/>
                  <a:pt x="12188614" y="537538"/>
                  <a:pt x="12195810" y="243216"/>
                </a:cubicBezTo>
                <a:cubicBezTo>
                  <a:pt x="10171218" y="-432106"/>
                  <a:pt x="9563658" y="581565"/>
                  <a:pt x="7860549" y="502931"/>
                </a:cubicBezTo>
                <a:cubicBezTo>
                  <a:pt x="6157440" y="424297"/>
                  <a:pt x="5807077" y="2551"/>
                  <a:pt x="4812667" y="11"/>
                </a:cubicBezTo>
                <a:cubicBezTo>
                  <a:pt x="3818257" y="-2529"/>
                  <a:pt x="3145685" y="449062"/>
                  <a:pt x="2343785" y="487691"/>
                </a:cubicBezTo>
                <a:cubicBezTo>
                  <a:pt x="1541886" y="526320"/>
                  <a:pt x="1099820" y="483246"/>
                  <a:pt x="1270" y="231786"/>
                </a:cubicBezTo>
                <a:close/>
              </a:path>
            </a:pathLst>
          </a:custGeom>
          <a:solidFill>
            <a:srgbClr val="00FFF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A8A5034-01BB-5137-FAD8-DF5F0C290CC7}"/>
              </a:ext>
            </a:extLst>
          </p:cNvPr>
          <p:cNvSpPr/>
          <p:nvPr/>
        </p:nvSpPr>
        <p:spPr>
          <a:xfrm>
            <a:off x="-711" y="4126391"/>
            <a:ext cx="12222711" cy="111296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D05AA28-8079-CB8A-7110-138DD9D35433}"/>
              </a:ext>
            </a:extLst>
          </p:cNvPr>
          <p:cNvSpPr/>
          <p:nvPr/>
        </p:nvSpPr>
        <p:spPr>
          <a:xfrm>
            <a:off x="-37694" y="565449"/>
            <a:ext cx="12222711" cy="1112963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15221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Leandro Mauricci</dc:creator>
  <cp:lastModifiedBy>Leandro Mauricci</cp:lastModifiedBy>
  <cp:revision>2</cp:revision>
  <dcterms:created xsi:type="dcterms:W3CDTF">2025-09-12T04:21:21Z</dcterms:created>
  <dcterms:modified xsi:type="dcterms:W3CDTF">2025-09-12T05:12:49Z</dcterms:modified>
</cp:coreProperties>
</file>