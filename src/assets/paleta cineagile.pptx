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90FF"/>
    <a:srgbClr val="5AC2FC"/>
    <a:srgbClr val="89B6FF"/>
    <a:srgbClr val="688BFF"/>
    <a:srgbClr val="0EA5E9"/>
    <a:srgbClr val="1D4ED8"/>
    <a:srgbClr val="023B99"/>
    <a:srgbClr val="0D19FF"/>
    <a:srgbClr val="3F48CC"/>
    <a:srgbClr val="0D6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7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39DCC-AEB4-C9AE-45A6-23E0B0529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0954A0-3C5A-BCA6-6E5E-7AEECED3F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760064-B377-F52A-8D8C-BF8FB2CD8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509E-AAA4-46E4-88B5-190035F5DFD0}" type="datetimeFigureOut">
              <a:rPr lang="es-PE" smtClean="0"/>
              <a:t>29/12/2025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65DF4A-74CB-2F40-D876-29D8A34F7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F87FB6-36AD-4E09-F610-5A6911F2B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3D82C-5896-40DC-921C-A8D2EBA1CD4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7021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97250-9FFD-0C0A-48FD-82DA78C38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3E9D6C-8152-74ED-BBFB-78C601912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A54829-78A6-2E7E-7FE3-EFB94A75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509E-AAA4-46E4-88B5-190035F5DFD0}" type="datetimeFigureOut">
              <a:rPr lang="es-PE" smtClean="0"/>
              <a:t>29/12/2025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39002F-DEAE-6427-B631-05C9A5879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6F2539-9719-66D6-96AA-F5E85F22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3D82C-5896-40DC-921C-A8D2EBA1CD4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49723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0967DC-2727-13B3-3491-0B294A029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70A4FD-CE13-1241-8B2D-66C776F9B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033116-0F76-2923-AD54-B9DB7A6C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509E-AAA4-46E4-88B5-190035F5DFD0}" type="datetimeFigureOut">
              <a:rPr lang="es-PE" smtClean="0"/>
              <a:t>29/12/2025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7365FA-A1C8-E6EF-BE74-5E06D7026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0A251-2965-E194-7EFA-AF1C2F5DE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3D82C-5896-40DC-921C-A8D2EBA1CD4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731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102A8-7A87-0067-E5AC-AB83736E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DFC9E6-C9F6-A39B-C2B8-13694FE6A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7B121E-50BD-C19E-505A-1FF72CA9E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725C34-D84A-0263-7B2F-EFC724FB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509E-AAA4-46E4-88B5-190035F5DFD0}" type="datetimeFigureOut">
              <a:rPr lang="es-PE" smtClean="0"/>
              <a:t>29/12/2025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6EACF2-4729-7F04-0B07-B21A3EE3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49CF437-189E-8BC0-C3FE-594094E8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3D82C-5896-40DC-921C-A8D2EBA1CD4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6407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5DD65-701E-B318-9206-22729DB1D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553CC8-1CE8-F345-001A-C195CE861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CE810A-62C8-499C-969B-774E6B12A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9FF73C0-D0DA-F6A5-C53E-12CB053842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EA8FF69-2D28-2B08-AA8F-E41635807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54223B6-99E0-6910-DC5F-1F03B3507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509E-AAA4-46E4-88B5-190035F5DFD0}" type="datetimeFigureOut">
              <a:rPr lang="es-PE" smtClean="0"/>
              <a:t>29/12/2025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F7A67C-8473-1A86-28A1-1A6D9C24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C6CFFA8-F194-D97C-B0F8-10ED422D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3D82C-5896-40DC-921C-A8D2EBA1CD4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45710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1163FB-2B9A-ACE7-D505-B3594CDC9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788AA98-6CEA-33F3-94DE-0FE2E9703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509E-AAA4-46E4-88B5-190035F5DFD0}" type="datetimeFigureOut">
              <a:rPr lang="es-PE" smtClean="0"/>
              <a:t>29/12/2025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A450259-BE6B-A8FC-C602-575DD795B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95CA149-E716-B026-EED3-B050B071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3D82C-5896-40DC-921C-A8D2EBA1CD4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1224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07194F1-4B20-A3E8-1FA1-568B6567A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509E-AAA4-46E4-88B5-190035F5DFD0}" type="datetimeFigureOut">
              <a:rPr lang="es-PE" smtClean="0"/>
              <a:t>29/12/2025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B698C2-6032-34C2-30C7-2AB4F89A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8F00ED-837B-A627-0D6F-9839366C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3D82C-5896-40DC-921C-A8D2EBA1CD4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8909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C3A1D-3DC7-37A7-76AB-BFDF7125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8698E4-2DB9-0991-4B3D-D215A0AFC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216AF5-886B-9623-0B1B-5502C4882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E7FE87-0315-D61D-F243-037645A00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509E-AAA4-46E4-88B5-190035F5DFD0}" type="datetimeFigureOut">
              <a:rPr lang="es-PE" smtClean="0"/>
              <a:t>29/12/2025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8A5CDF-3668-23C4-5936-52CB0611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03C82E-E959-E3C8-6393-4B8875055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3D82C-5896-40DC-921C-A8D2EBA1CD4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279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1F834-8940-85C9-31B7-44DFDA7D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2AD6CE3-9896-DD29-662A-81EA656C7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F3E680-9BB5-0E31-12BC-0C3301FC0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40A7C0-DD6A-B701-9B7C-E4954D5DE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509E-AAA4-46E4-88B5-190035F5DFD0}" type="datetimeFigureOut">
              <a:rPr lang="es-PE" smtClean="0"/>
              <a:t>29/12/2025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5CDFF3-F61A-E91D-43A6-2ABC7F70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DC8626-3F92-3EE8-A442-C2498519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3D82C-5896-40DC-921C-A8D2EBA1CD4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1495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06750-985A-3306-49FC-0C28B7A8A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7133868-AB23-8E97-21AE-DEA0F21BB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4CE21F-F8F4-F86C-1C1A-DC5C9B2C2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509E-AAA4-46E4-88B5-190035F5DFD0}" type="datetimeFigureOut">
              <a:rPr lang="es-PE" smtClean="0"/>
              <a:t>29/12/2025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6AB75D-7D5E-5A47-5A6A-5F16859FA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AB97DD-2281-1FB7-93D9-7418352E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3D82C-5896-40DC-921C-A8D2EBA1CD4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83962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C2FD53-144E-3431-A675-76A3B5801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834518E-E316-E438-73F1-FB3EA7A91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45C925-5CC2-4FF6-4B31-D42BBA534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C509E-AAA4-46E4-88B5-190035F5DFD0}" type="datetimeFigureOut">
              <a:rPr lang="es-PE" smtClean="0"/>
              <a:t>29/12/2025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EBD1AA-737A-4662-F05A-32A755A2D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AE4A0E-11AA-E7C2-44D7-47057C258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3D82C-5896-40DC-921C-A8D2EBA1CD4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22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BA2D950-7AAA-9E85-7BD2-E42E6E063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5F28FC-8C9D-EF91-AB6C-4EFA591A6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DDD7DA-1168-49C3-C220-EFEBA4497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C509E-AAA4-46E4-88B5-190035F5DFD0}" type="datetimeFigureOut">
              <a:rPr lang="es-PE" smtClean="0"/>
              <a:t>29/12/2025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521D7C-5EE8-32D9-79DC-C873F2A02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B8E55B-19D6-4A3B-D5F0-312A583E7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03D82C-5896-40DC-921C-A8D2EBA1CD4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6505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7FAF6-FEEB-8CD5-7580-E856D56199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405ED6-ABB3-7BA2-80DA-F67434FE2D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440CD1-6B17-69B4-19D2-FFA8DE178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07" y="0"/>
            <a:ext cx="10855585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A6D6EC6-788A-4C02-405C-42A63B6488F3}"/>
              </a:ext>
            </a:extLst>
          </p:cNvPr>
          <p:cNvSpPr/>
          <p:nvPr/>
        </p:nvSpPr>
        <p:spPr>
          <a:xfrm>
            <a:off x="5806993" y="1251342"/>
            <a:ext cx="1152000" cy="2458528"/>
          </a:xfrm>
          <a:prstGeom prst="rect">
            <a:avLst/>
          </a:prstGeom>
          <a:solidFill>
            <a:srgbClr val="001C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600</a:t>
            </a:r>
          </a:p>
          <a:p>
            <a:pPr algn="ctr"/>
            <a:r>
              <a:rPr lang="es-PE" sz="1700" dirty="0"/>
              <a:t>#001C7F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EFF2A66-981F-3C77-342D-3B81F5559DFF}"/>
              </a:ext>
            </a:extLst>
          </p:cNvPr>
          <p:cNvSpPr/>
          <p:nvPr/>
        </p:nvSpPr>
        <p:spPr>
          <a:xfrm>
            <a:off x="7980114" y="1252330"/>
            <a:ext cx="1218651" cy="2458528"/>
          </a:xfrm>
          <a:prstGeom prst="rect">
            <a:avLst/>
          </a:prstGeom>
          <a:solidFill>
            <a:srgbClr val="020E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800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648CFFB-60D8-3109-5690-B0A461D13C4F}"/>
              </a:ext>
            </a:extLst>
          </p:cNvPr>
          <p:cNvSpPr/>
          <p:nvPr/>
        </p:nvSpPr>
        <p:spPr>
          <a:xfrm>
            <a:off x="6958993" y="1252330"/>
            <a:ext cx="1021121" cy="2458528"/>
          </a:xfrm>
          <a:prstGeom prst="rect">
            <a:avLst/>
          </a:prstGeom>
          <a:solidFill>
            <a:srgbClr val="0014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7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0C928E5-98E7-91E1-5DAC-F8C1747EFD8B}"/>
              </a:ext>
            </a:extLst>
          </p:cNvPr>
          <p:cNvSpPr/>
          <p:nvPr/>
        </p:nvSpPr>
        <p:spPr>
          <a:xfrm>
            <a:off x="9198765" y="1252330"/>
            <a:ext cx="1049416" cy="2458528"/>
          </a:xfrm>
          <a:prstGeom prst="rect">
            <a:avLst/>
          </a:prstGeom>
          <a:solidFill>
            <a:srgbClr val="0005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900</a:t>
            </a:r>
          </a:p>
          <a:p>
            <a:pPr algn="ctr"/>
            <a:r>
              <a:rPr lang="es-PE" dirty="0"/>
              <a:t>#00052F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1651D43-957B-59B9-38BB-CFC031BD262A}"/>
              </a:ext>
            </a:extLst>
          </p:cNvPr>
          <p:cNvSpPr/>
          <p:nvPr/>
        </p:nvSpPr>
        <p:spPr>
          <a:xfrm>
            <a:off x="3682993" y="1251342"/>
            <a:ext cx="1044000" cy="2458528"/>
          </a:xfrm>
          <a:prstGeom prst="rect">
            <a:avLst/>
          </a:prstGeom>
          <a:solidFill>
            <a:srgbClr val="0133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4</a:t>
            </a:r>
          </a:p>
          <a:p>
            <a:pPr algn="ctr"/>
            <a:r>
              <a:rPr lang="es-PE" dirty="0"/>
              <a:t>0133DB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65C9FB6-3522-C16D-312E-F33CBA9F1B96}"/>
              </a:ext>
            </a:extLst>
          </p:cNvPr>
          <p:cNvSpPr/>
          <p:nvPr/>
        </p:nvSpPr>
        <p:spPr>
          <a:xfrm>
            <a:off x="2678221" y="1251342"/>
            <a:ext cx="1008000" cy="2458528"/>
          </a:xfrm>
          <a:prstGeom prst="rect">
            <a:avLst/>
          </a:prstGeom>
          <a:solidFill>
            <a:srgbClr val="0044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350</a:t>
            </a:r>
          </a:p>
          <a:p>
            <a:pPr algn="ctr"/>
            <a:r>
              <a:rPr lang="es-PE" sz="1700" dirty="0"/>
              <a:t>#0044FE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2667EC9-E3CC-EC40-3EEB-D89A26C9F55A}"/>
              </a:ext>
            </a:extLst>
          </p:cNvPr>
          <p:cNvSpPr/>
          <p:nvPr/>
        </p:nvSpPr>
        <p:spPr>
          <a:xfrm>
            <a:off x="1672978" y="1251342"/>
            <a:ext cx="1008000" cy="2458528"/>
          </a:xfrm>
          <a:prstGeom prst="rect">
            <a:avLst/>
          </a:prstGeom>
          <a:solidFill>
            <a:srgbClr val="005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300</a:t>
            </a:r>
          </a:p>
          <a:p>
            <a:pPr algn="ctr"/>
            <a:r>
              <a:rPr lang="es-PE" sz="1700" dirty="0"/>
              <a:t>#005FF5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1A4C11B-39F4-9BFD-4E93-641154B27527}"/>
              </a:ext>
            </a:extLst>
          </p:cNvPr>
          <p:cNvSpPr/>
          <p:nvPr/>
        </p:nvSpPr>
        <p:spPr>
          <a:xfrm>
            <a:off x="668206" y="1251342"/>
            <a:ext cx="1008000" cy="2458528"/>
          </a:xfrm>
          <a:prstGeom prst="rect">
            <a:avLst/>
          </a:prstGeom>
          <a:solidFill>
            <a:srgbClr val="0378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200</a:t>
            </a:r>
          </a:p>
          <a:p>
            <a:pPr algn="ctr"/>
            <a:r>
              <a:rPr lang="es-PE" sz="1700" dirty="0"/>
              <a:t>#0378FB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456CCFD-CAC9-C854-F282-8B9C2F7659B7}"/>
              </a:ext>
            </a:extLst>
          </p:cNvPr>
          <p:cNvSpPr/>
          <p:nvPr/>
        </p:nvSpPr>
        <p:spPr>
          <a:xfrm>
            <a:off x="10248180" y="1252330"/>
            <a:ext cx="1275611" cy="2458528"/>
          </a:xfrm>
          <a:prstGeom prst="rect">
            <a:avLst/>
          </a:prstGeom>
          <a:solidFill>
            <a:srgbClr val="0000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950</a:t>
            </a:r>
          </a:p>
          <a:p>
            <a:pPr algn="ctr"/>
            <a:r>
              <a:rPr lang="es-PE" dirty="0"/>
              <a:t>#000012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0172C6F-9D00-8FCC-C4AD-3BCC1B8AA23B}"/>
              </a:ext>
            </a:extLst>
          </p:cNvPr>
          <p:cNvSpPr/>
          <p:nvPr/>
        </p:nvSpPr>
        <p:spPr>
          <a:xfrm>
            <a:off x="3711358" y="2914885"/>
            <a:ext cx="972000" cy="2458528"/>
          </a:xfrm>
          <a:prstGeom prst="rect">
            <a:avLst/>
          </a:prstGeom>
          <a:solidFill>
            <a:srgbClr val="023B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023B99</a:t>
            </a:r>
            <a:endParaRPr lang="es-P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ctr"/>
            <a:endParaRPr lang="es-P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E0A8FB6-37EB-5D0C-7E44-16681318D9A0}"/>
              </a:ext>
            </a:extLst>
          </p:cNvPr>
          <p:cNvSpPr/>
          <p:nvPr/>
        </p:nvSpPr>
        <p:spPr>
          <a:xfrm>
            <a:off x="4726993" y="1251342"/>
            <a:ext cx="1080000" cy="2458528"/>
          </a:xfrm>
          <a:prstGeom prst="rect">
            <a:avLst/>
          </a:prstGeom>
          <a:solidFill>
            <a:srgbClr val="0020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500</a:t>
            </a:r>
          </a:p>
          <a:p>
            <a:pPr algn="ctr"/>
            <a:r>
              <a:rPr lang="es-PE" sz="1700" b="0" dirty="0">
                <a:solidFill>
                  <a:schemeClr val="bg1"/>
                </a:solidFill>
                <a:effectLst/>
              </a:rPr>
              <a:t>#0020A6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3D85C50-2623-A765-B053-6B4FCE8AE500}"/>
              </a:ext>
            </a:extLst>
          </p:cNvPr>
          <p:cNvSpPr/>
          <p:nvPr/>
        </p:nvSpPr>
        <p:spPr>
          <a:xfrm>
            <a:off x="1230161" y="3087281"/>
            <a:ext cx="1080000" cy="2458528"/>
          </a:xfrm>
          <a:prstGeom prst="rect">
            <a:avLst/>
          </a:prstGeom>
          <a:solidFill>
            <a:srgbClr val="059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100</a:t>
            </a:r>
          </a:p>
          <a:p>
            <a:pPr algn="ctr"/>
            <a:r>
              <a:rPr lang="es-PE" sz="1700" dirty="0"/>
              <a:t># 059AF1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B4C8C62-CE7C-DA65-2D09-36FD10BF32CF}"/>
              </a:ext>
            </a:extLst>
          </p:cNvPr>
          <p:cNvSpPr/>
          <p:nvPr/>
        </p:nvSpPr>
        <p:spPr>
          <a:xfrm>
            <a:off x="2510577" y="5521835"/>
            <a:ext cx="972000" cy="2458528"/>
          </a:xfrm>
          <a:prstGeom prst="rect">
            <a:avLst/>
          </a:prstGeom>
          <a:solidFill>
            <a:srgbClr val="688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688bff</a:t>
            </a:r>
            <a:endParaRPr lang="es-P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ctr"/>
            <a:endParaRPr lang="es-P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ctr"/>
            <a:endParaRPr lang="es-P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ctr"/>
            <a:endParaRPr lang="es-P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F531F0E-602A-3122-E86C-836ED18FEDC5}"/>
              </a:ext>
            </a:extLst>
          </p:cNvPr>
          <p:cNvSpPr/>
          <p:nvPr/>
        </p:nvSpPr>
        <p:spPr>
          <a:xfrm>
            <a:off x="2517806" y="3087281"/>
            <a:ext cx="1080000" cy="2458528"/>
          </a:xfrm>
          <a:prstGeom prst="rect">
            <a:avLst/>
          </a:prstGeom>
          <a:solidFill>
            <a:srgbClr val="5AC2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100</a:t>
            </a:r>
          </a:p>
          <a:p>
            <a:pPr algn="ctr"/>
            <a:r>
              <a:rPr lang="es-PE" sz="1700" dirty="0"/>
              <a:t># 059AF1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6D7222E-5688-E6ED-A3B7-00FC39C85581}"/>
              </a:ext>
            </a:extLst>
          </p:cNvPr>
          <p:cNvSpPr/>
          <p:nvPr/>
        </p:nvSpPr>
        <p:spPr>
          <a:xfrm>
            <a:off x="1682766" y="2744641"/>
            <a:ext cx="1008000" cy="2458528"/>
          </a:xfrm>
          <a:prstGeom prst="rect">
            <a:avLst/>
          </a:prstGeom>
          <a:solidFill>
            <a:srgbClr val="4B9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300</a:t>
            </a:r>
          </a:p>
          <a:p>
            <a:pPr algn="ctr"/>
            <a:r>
              <a:rPr lang="es-PE" sz="1700" dirty="0"/>
              <a:t>#005FF5</a:t>
            </a:r>
          </a:p>
        </p:txBody>
      </p:sp>
    </p:spTree>
    <p:extLst>
      <p:ext uri="{BB962C8B-B14F-4D97-AF65-F5344CB8AC3E}">
        <p14:creationId xmlns:p14="http://schemas.microsoft.com/office/powerpoint/2010/main" val="735079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36</Words>
  <Application>Microsoft Office PowerPoint</Application>
  <PresentationFormat>Panorámica</PresentationFormat>
  <Paragraphs>27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Leandro Mauricci</dc:creator>
  <cp:lastModifiedBy>Leandro Mauricci</cp:lastModifiedBy>
  <cp:revision>1</cp:revision>
  <dcterms:created xsi:type="dcterms:W3CDTF">2025-12-30T04:57:07Z</dcterms:created>
  <dcterms:modified xsi:type="dcterms:W3CDTF">2025-12-30T05:09:57Z</dcterms:modified>
</cp:coreProperties>
</file>